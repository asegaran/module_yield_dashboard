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No-Boot 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7575"/>
                </a:solidFill>
              </a:defRPr>
            </a:pPr>
            <a:r>
              <a:t>SOCAMM / SOCAMM2 Module Debug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57575"/>
                </a:solidFill>
              </a:defRPr>
            </a:pPr>
            <a:r>
              <a:t>April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Jira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DID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Failure Mode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MMPTESTPROC-1969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Y62P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SOCAMM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CONT @ U4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LP1C_CA3, LP1C_WCLK0_N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De-pop/Reball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MMPTESTPROC-1866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Y63N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SOCAMM2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DQ @ 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DQ6 (U2D2), DQ1 (U2D0)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pFA Submitted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MMPTESTPROC-1951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Y6CP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SOCAMM2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No Boot @ HMB1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Awaiting Retest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1A237E"/>
                </a:solidFill>
              </a:defRPr>
            </a:pPr>
            <a:r>
              <a:t>Key Findings: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No Boot failures don't generate test summaries - tracked via Jira only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HMFN Pass + HMB1 No Boot = stress-related marginal defect (not parametric)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Single DQ/signal failures suggest localized defects (solder, via, trace)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Use mfm +failcrawler for detailed DQ/address-level analysis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PCB schematic trace essential for identifying common die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1A237E"/>
                </a:solidFill>
              </a:defRPr>
            </a:pPr>
            <a:r>
              <a:t>PCB References: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SOCAMM (Y62P): PCB 3928 - 694 ball, 16-layer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SOCAMM2 (Y63N, Y6CP): PCB 3957 - 315 ball, 16-layer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Case 1: Y62P SOCAMM - 56A76459 (MMPTESTPROC-1969)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Timeline: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Time 0: ROW failure at HMB1 Production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ENG Retest: Module did not boot up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VI: Gold plate contamination observed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HMFN Rerun: FAIL (1st CONT, 2nd SPD)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HMFN Retest: Passed 1/5 rounds (intermittent)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Failure Analysis: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Time 0: Single FID FUNC 3 failure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FID: 755088L:22:P08:15 (U4D2)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Retest: 3/5 rounds SBIN 20 CONT failure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Failing signals: LP1C_CA3, LP1C_WCLK0_N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Both signals route to U4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Conclusion: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Likely U4 die/solder issue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Proceeding with de-pop and re-ball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SOCAMM Module (PCB 3928) - U4 Highlighted</a:t>
            </a:r>
          </a:p>
          <a:p>
            <a:br/>
            <a:pPr>
              <a:defRPr sz="1100">
                <a:solidFill>
                  <a:srgbClr val="757575"/>
                </a:solidFill>
                <a:latin typeface="Consolas"/>
              </a:defRPr>
            </a:pPr>
            <a:r>
              <a:t>+----------+-----------+-------------+</a:t>
            </a:r>
            <a:br/>
            <a:r>
              <a:t>|    U1    |    U2     |  Passives   |</a:t>
            </a:r>
            <a:br/>
            <a:r>
              <a:t>|  SC 0,1  |  SC 2,3   |             |</a:t>
            </a:r>
            <a:br/>
            <a:r>
              <a:t>+----------+-----------+-------------+</a:t>
            </a:r>
            <a:br/>
            <a:r>
              <a:t>|    U3    | ** U4 **  |    PMIC     |</a:t>
            </a:r>
            <a:br/>
            <a:r>
              <a:t>|  SC 4,5  |  SC 6,7   |             |</a:t>
            </a:r>
            <a:br/>
            <a:r>
              <a:t>|          |  LP1C/1D  |             |</a:t>
            </a:r>
            <a:br/>
            <a:r>
              <a:t>+----------+-----------+-------------+</a:t>
            </a:r>
            <a:br/>
            <a:r>
              <a:t>     ^ LP1C_CA3 &amp; LP1C_WCLK0_N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400800" y="4572000"/>
            <a:ext cx="5303520" cy="1097280"/>
          </a:xfrm>
          <a:prstGeom prst="roundRect">
            <a:avLst/>
          </a:prstGeom>
          <a:solidFill>
            <a:srgbClr val="F57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Status: De-pop &amp; Re-ball in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Case 2: Y63N SOCAMM2 - 569D40EE &amp; 569D4898 (MMPTESTPROC-1866)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Timeline: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HMFN PROD: PASS (03-05-2026)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HMB1 PROD: FAIL SBIN 3;3 DQ (03-21-2026)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HMB1 ENG: NO BOOT (no summary)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HMFN ENG: PASS (04-08-2026)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Key Insight: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Passed HMFN twice = No parametric issue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Problem is HMB1-specific (stress/timing)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Failure Details: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569D40EE: U2D2, DQ6, SYS_ODD_BURST_BIT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569D4898: U2D0, DQ1, MULTI_HALFBANK_SINGLE_DQ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DRAMFAIL=NO (system classification)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Single DQ line failure per module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0972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569D40EE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569D4898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U2D2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U2D0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DQ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DQ6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DQ1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LPDDR0C_DQ0[6]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LPDDR0C_DQ0[1]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Die Pin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4572000"/>
            <a:ext cx="5303520" cy="109728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Status: pFA Submitted</a:t>
            </a:r>
            <a:br/>
            <a:r>
              <a:t>MMPTESTPROC-1970, GELLA-28385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Case 2: Y63N - pFA Request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pFA Focus Areas: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1. Thermal Imaging - U2 region hot spots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2. IV Curve Tracing - DQ6 &amp; DQ1 signal paths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3. X-ray (if needed) - Solder joints at U2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4. Cross-section (if IV shows anomaly)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Probe Points: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Die bump -&gt; PCB via -&gt; Socket pin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569D40EE: LPDDR0C_DQ0[6] at pin E6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569D4898: LPDDR0C_DQ0[1] at pin E2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Suspected Failure Mechanism: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Cracked/marginal solder joint at U2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Via defect in DQ signal path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Delamination at die-to-substrate interface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Passes HMFN but fails under HMB1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SOCAMM2 Module (PCB 3957) - U2 Highlighted</a:t>
            </a:r>
          </a:p>
          <a:p>
            <a:br/>
            <a:pPr>
              <a:defRPr sz="1100">
                <a:solidFill>
                  <a:srgbClr val="757575"/>
                </a:solidFill>
                <a:latin typeface="Consolas"/>
              </a:defRPr>
            </a:pPr>
            <a:r>
              <a:t>+-------+--------+-------+-------+---------+</a:t>
            </a:r>
            <a:br/>
            <a:r>
              <a:t>|  U1   | ** U2**|  U3   |  U4   |  PMIC   |</a:t>
            </a:r>
            <a:br/>
            <a:r>
              <a:t>| SC0,1 | SC2,3  | SC4,5 | SC6,7 |         |</a:t>
            </a:r>
            <a:br/>
            <a:r>
              <a:t>| LPDDR | LPDDR  |       |       |         |</a:t>
            </a:r>
            <a:br/>
            <a:r>
              <a:t>|  0A/B | 0C/0D  |       |       |         |</a:t>
            </a:r>
            <a:br/>
            <a:r>
              <a:t>|       | DQ6,DQ1|       |       |         |</a:t>
            </a:r>
            <a:br/>
            <a:r>
              <a:t>+-------+--------+-------+-------+---------+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64008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37E"/>
                </a:solidFill>
              </a:defRPr>
            </a:pPr>
            <a:r>
              <a:t>Related Jira Tickets: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* MMPTESTPROC-1866 - Retest Request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* MMPTESTPROC-1970 - pFA Request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* GELLA-28385 - Module Collection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Case 3: Y6CP SOCAMM2 - 5764B16E &amp; 5764B46E (MMPTESTPROC-1951)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Status: Awaiting Retest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Timeline: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Time 0: No Boot at HMB1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SOL log collected - MOBO booted during collection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Unable to collect Good SOL log (DEMQRA issue)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Gold plate contamination noted in lot history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Current Activity: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Running HMFN 2X + HMB1 1X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Test loading: 1 BAD module + 3 KGM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FA team executing retest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1A237E"/>
                </a:solidFill>
              </a:defRPr>
            </a:pPr>
            <a:r>
              <a:t>Pending: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Retest results from FA team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Good SOL log for comparison</a:t>
            </a:r>
          </a:p>
          <a:p>
            <a:pPr>
              <a:spcBef>
                <a:spcPts val="400"/>
              </a:spcBef>
              <a:defRPr sz="1200" b="0">
                <a:solidFill>
                  <a:srgbClr val="757575"/>
                </a:solidFill>
              </a:defRPr>
            </a:pPr>
            <a:r>
              <a:t>• TSE support for production system loan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097280"/>
          <a:ext cx="5303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MSN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Failure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5764B16E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No Boot @ HMB1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Gold plate contamination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5764B46E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No Boot @ HMB1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Gold plate contamination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4572000"/>
            <a:ext cx="5303520" cy="1097280"/>
          </a:xfrm>
          <a:prstGeom prst="roundRect">
            <a:avLst/>
          </a:prstGeom>
          <a:solidFill>
            <a:srgbClr val="9E9E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Status: Awaiting Retest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No-Boot Debug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Consolas"/>
              </a:defRPr>
            </a:pPr>
            <a:r>
              <a:t>Debug Workflow:</a:t>
            </a:r>
            <a:br/>
            <a:br/>
            <a:r>
              <a:t>1. Check Module History</a:t>
            </a:r>
            <a:br/>
            <a:r>
              <a:t>   mhist &lt;MSN1&gt; &lt;MSN2&gt; -sbin</a:t>
            </a:r>
            <a:br/>
            <a:r>
              <a:t>   -&gt; Identify failure progression and SBINs</a:t>
            </a:r>
            <a:br/>
            <a:br/>
            <a:r>
              <a:t>2. Get Production Failure Details  </a:t>
            </a:r>
            <a:br/>
            <a:r>
              <a:t>   frpt -xf &lt;SUMMARY&gt; -mod_id=/&lt;MSN&gt;/ +# -quick=/summary,mod_id/ +module</a:t>
            </a:r>
            <a:br/>
            <a:r>
              <a:t>   -&gt; Failed register, test pattern</a:t>
            </a:r>
            <a:br/>
            <a:br/>
            <a:r>
              <a:t>3. Run ENG Retest (HMFN + HMB1)</a:t>
            </a:r>
            <a:br/>
            <a:r>
              <a:t>   -&gt; HMFN Pass + HMB1 No Boot = stress-related marginal defect</a:t>
            </a:r>
            <a:br/>
            <a:r>
              <a:t>   -&gt; Note: No Boot = No Summary (track via Jira)</a:t>
            </a:r>
            <a:br/>
            <a:br/>
            <a:r>
              <a:t>4. Check HMFN ENG Test Details</a:t>
            </a:r>
            <a:br/>
            <a:r>
              <a:t>   tdat &lt;HMFN_ENG_SUMMARY&gt;</a:t>
            </a:r>
            <a:br/>
            <a:r>
              <a:t>   -&gt; Verify ddpcont#, shorts#, vr_power_good passed</a:t>
            </a:r>
            <a:br/>
            <a:br/>
            <a:r>
              <a:t>5. Get Detailed Failure Analysis</a:t>
            </a:r>
            <a:br/>
            <a:r>
              <a:t>   mfm &lt;MSN1&gt; &lt;MSN2&gt; -step=&lt;step&gt; +failcrawler</a:t>
            </a:r>
            <a:br/>
            <a:r>
              <a:t>   -&gt; ULOC, DQ line, ROW/COL pattern, FAILCRAWLER category</a:t>
            </a:r>
            <a:br/>
            <a:br/>
            <a:r>
              <a:t>6. Trace Signal to Die (PCB Schematic)</a:t>
            </a:r>
            <a:br/>
            <a:r>
              <a:t>   -&gt; PCB 3928 (SOCAMM), PCB 3957 (SOCAMM2)</a:t>
            </a:r>
            <a:br/>
            <a:r>
              <a:t>   -&gt; Multiple signals on same die = die/solder issue</a:t>
            </a:r>
            <a:br/>
            <a:br/>
            <a:r>
              <a:t>7. Submit pFA Request</a:t>
            </a:r>
            <a:br/>
            <a:r>
              <a:t>   -&gt; Thermal imaging, IV curve, X-ray</a:t>
            </a:r>
            <a:br/>
            <a:r>
              <a:t>   -&gt; Specify exact signal and pin locations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Next Steps &amp;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DID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Next Action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MMPTESTPROC-1969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Y62P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Complete de-pop/reball, evaluate U4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FA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MMPTESTPROC-1866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Y63N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pFA thermal + IV curve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pFA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MMPTESTPROC-1951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Y6CP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Await retest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FA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1A237E"/>
                </a:solidFill>
              </a:defRPr>
            </a:pPr>
            <a:r>
              <a:t>Summary: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3 No-Boot cases under investigation across Y62P, Y63N, Y6CP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Common pattern: failures localized to specific die/DQ lines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HMFN parametric tests pass -&gt; stress-related marginal defects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Gold plate contamination observed in multiple cases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1A237E"/>
                </a:solidFill>
              </a:defRPr>
            </a:pPr>
            <a:r>
              <a:t>Key Learnings: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mfm +failcrawler provides critical DQ-level failure details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PCB schematic trace essential for root cause identification</a:t>
            </a:r>
          </a:p>
          <a:p>
            <a:pPr>
              <a:spcBef>
                <a:spcPts val="600"/>
              </a:spcBef>
              <a:defRPr sz="1400" b="0">
                <a:solidFill>
                  <a:srgbClr val="757575"/>
                </a:solidFill>
              </a:defRPr>
            </a:pPr>
            <a:r>
              <a:t>• pFA (thermal + IV) needed to locate marginal defects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