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HMB1 SLT Top Pareto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46464"/>
                </a:solidFill>
              </a:defRPr>
            </a:pPr>
            <a:r>
              <a:t>SOCAMM2 | Y6CP | 7500MTPS | WW202606-202615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1097280"/>
          </a:xfrm>
          <a:prstGeom prst="roundRect">
            <a:avLst/>
          </a:prstGeom>
          <a:solidFill>
            <a:srgbClr val="F0F8FF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347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Population</a:t>
            </a:r>
          </a:p>
          <a:p>
            <a:pPr>
              <a:defRPr sz="1200"/>
            </a:pPr>
            <a:r>
              <a:t>Total FID UIN: 1,947,264</a:t>
            </a:r>
          </a:p>
          <a:p>
            <a:pPr>
              <a:defRPr sz="1200"/>
            </a:pPr>
            <a:r>
              <a:t>Unique Failing MSNs: 559</a:t>
            </a:r>
          </a:p>
          <a:p>
            <a:pPr>
              <a:defRPr sz="1200" b="1"/>
            </a:pPr>
            <a:r>
              <a:t>Total DPM: 287.1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3366"/>
                </a:solidFill>
              </a:defRPr>
            </a:pPr>
            <a:r>
              <a:t>MSN_STATUS Pareto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MSN_STATUS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1097280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108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Modules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54480" y="3108960"/>
            <a:ext cx="822960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3108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DPM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3108960"/>
            <a:ext cx="731520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3108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% Fails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3108960"/>
            <a:ext cx="731520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38327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00000"/>
                </a:solidFill>
              </a:defRPr>
            </a:pPr>
            <a:r>
              <a:t>Mod-Sys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383279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00000"/>
                </a:solidFill>
              </a:defRPr>
            </a:pPr>
            <a:r>
              <a:t>426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338327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00000"/>
                </a:solidFill>
              </a:defRPr>
            </a:pPr>
            <a:r>
              <a:t>218.8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38327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00000"/>
                </a:solidFill>
              </a:defRPr>
            </a:pPr>
            <a:r>
              <a:t>76%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6576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Row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65760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3657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23.1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657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9319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Hang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9319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3931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17.5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3931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DQ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20624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206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13.4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4206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4805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Multi-DQ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4805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4480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7.2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4480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75487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Other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4754879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75487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7.2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475487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27432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3366"/>
                </a:solidFill>
              </a:defRPr>
            </a:pPr>
            <a:r>
              <a:t>FAILCRAWLER Pareto (Top 5)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31089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FAILCRAWLER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3108960"/>
            <a:ext cx="2286000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3108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cDPM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0" y="3108960"/>
            <a:ext cx="731520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89520" y="3108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% Share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89520" y="3108960"/>
            <a:ext cx="731520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0" y="338327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00000"/>
                </a:solidFill>
              </a:defRPr>
            </a:pPr>
            <a:r>
              <a:t>MULTI_BANK_MULTI_DQ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38327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00000"/>
                </a:solidFill>
              </a:defRPr>
            </a:pPr>
            <a:r>
              <a:t>117.1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338327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00000"/>
                </a:solidFill>
              </a:defRPr>
            </a:pPr>
            <a:r>
              <a:t>41%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0" y="36576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SINGLE_BURST_SINGLE_ROW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3657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56.7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657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20%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3931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HGDC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3931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41.0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89520" y="3931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14%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HANG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4206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17.5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89520" y="4206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6%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4480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MULTI_HALFBANK_MULTI_DQ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480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11.1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4480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5029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3366"/>
                </a:solidFill>
              </a:defRPr>
            </a:pPr>
            <a:r>
              <a:t>What Causes Each MSN_STATUS? (Column = 100%)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394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t>Mod-Sys (76%)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28800" y="539496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→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394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MULTI_BANK_MULTI_DQ (51%) + SINGLE_BURST (18%) + HGDC (18%)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57150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t>Row (8%)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0" y="571500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→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03120" y="57150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SINGLE_BURST_SINGLE_ROW (73%) + DB (16%)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60350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t>Hang (6%)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8800" y="60350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→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03120" y="60350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HANG (100%)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t>DQ (5%)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828800" y="635508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→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03120" y="635508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SYS_EVEN_BURST_BIT (50%) + MULTI_HALFBANK_SINGLE_DQ (31%)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86800" y="1463040"/>
            <a:ext cx="3200400" cy="5029200"/>
          </a:xfrm>
          <a:prstGeom prst="roundRect">
            <a:avLst/>
          </a:prstGeom>
          <a:solidFill>
            <a:srgbClr val="FFFAF0"/>
          </a:solidFill>
          <a:ln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78240" y="15544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C6600"/>
                </a:solidFill>
              </a:defRPr>
            </a:pPr>
            <a:r>
              <a:t>Key Insights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78240" y="192024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000"/>
            </a:pPr>
            <a:r>
              <a:t>1. Mod-Sys dominates</a:t>
            </a:r>
            <a:br/>
            <a:r>
              <a:t>   • 76% of all HMB1 fails</a:t>
            </a:r>
            <a:br/>
            <a:r>
              <a:t>   • 426 modules</a:t>
            </a:r>
          </a:p>
          <a:p>
            <a:pPr>
              <a:spcBef>
                <a:spcPts val="200"/>
              </a:spcBef>
              <a:defRPr sz="1000"/>
            </a:pPr>
          </a:p>
          <a:p>
            <a:pPr>
              <a:spcBef>
                <a:spcPts val="200"/>
              </a:spcBef>
              <a:defRPr sz="1000"/>
            </a:pPr>
            <a:r>
              <a:t>2. Top FAILCRAWLER</a:t>
            </a:r>
            <a:br/>
            <a:r>
              <a:t>   • MULTI_BANK_MULTI_DQ</a:t>
            </a:r>
            <a:br/>
            <a:r>
              <a:t>   • 117 cDPM (41%)</a:t>
            </a:r>
          </a:p>
          <a:p>
            <a:pPr>
              <a:spcBef>
                <a:spcPts val="200"/>
              </a:spcBef>
              <a:defRPr sz="1000"/>
            </a:pPr>
          </a:p>
          <a:p>
            <a:pPr>
              <a:spcBef>
                <a:spcPts val="200"/>
              </a:spcBef>
              <a:defRPr sz="1000"/>
            </a:pPr>
            <a:r>
              <a:t>3. Mod-Sys Breakdown</a:t>
            </a:r>
            <a:br/>
            <a:r>
              <a:t>   • 51% MULTI_BANK_MULTI_DQ</a:t>
            </a:r>
            <a:br/>
            <a:r>
              <a:t>   • 18% SINGLE_BURST</a:t>
            </a:r>
            <a:br/>
            <a:r>
              <a:t>   • 18% HGDC</a:t>
            </a:r>
          </a:p>
          <a:p>
            <a:pPr>
              <a:spcBef>
                <a:spcPts val="200"/>
              </a:spcBef>
              <a:defRPr sz="1000"/>
            </a:pPr>
          </a:p>
          <a:p>
            <a:pPr>
              <a:spcBef>
                <a:spcPts val="200"/>
              </a:spcBef>
              <a:defRPr sz="1000"/>
            </a:pPr>
            <a:r>
              <a:t>4. Recovery Potential</a:t>
            </a:r>
            <a:br/>
            <a:r>
              <a:t>   • ~87% of Mod-Sys is</a:t>
            </a:r>
            <a:br/>
            <a:r>
              <a:t>     BIOS recoverable</a:t>
            </a:r>
            <a:br/>
            <a:r>
              <a:t>   • HANG = 100% HW+SOP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