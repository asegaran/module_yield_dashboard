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Building &amp; Publishing to MU App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cDPM Recovery Simulation Tool</a:t>
            </a:r>
            <a:br/>
            <a:r>
              <a:t>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cDPM Recovery Simulation Tool for SOCAMM2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Uses Kevin Roos's Hybrid DPM approach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Analyzes three recovery types: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New RPx Fix (VERIFIED) - False miscompare detection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New BIOS Fix (PROJECTED) - MULTI_BANK_MULTI_DQ timing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HW + SOP Fix (PROJECTED) - Hang recovery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Generates interactive HTML reports with heatmaps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Shows single week + 4-week cumulative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Hybrid DPM Calculation: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MODULE-level (Mod-Sys, Hang): MSNs / Total FIDs × 1M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- FID-level (DQ, Row, etc.): UFAILs / Total FIDs × 1M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Recovery Simulation with verified &amp; projected fixes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MSN_STATUS × FAILCRAWLER correlation heatmaps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CLI interface with simple arguments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Automatic caching for faster repeated queries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HTML report with Plotly interactive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Publishing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Step 1: Install MU App Store CLI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Step 2: Create pyproject.toml with metadata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Step 3: Structure code as proper Python package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Step 4: Run appstore publish command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Step 5: Test installation from app store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Step 6: Iterate and fix issues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Final: Successfully published v1.0.3!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1: SSL Certificate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Challenge: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solidFill>
            <a:srgbClr val="FFF0F0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Error: 'invalid peer certificate: UnknownIssuer'</a:t>
            </a:r>
            <a:br/>
            <a:br/>
            <a:r>
              <a:t>The appstore CLI uses 'uv' internally which couldn't connect to GitHub or PyPI due to Micron's self-signed SSL certificates. Every network request failed.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A745"/>
                </a:solidFill>
              </a:defRPr>
            </a:pPr>
            <a:r>
              <a:t>Solution: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8229600" cy="2103120"/>
          </a:xfrm>
          <a:prstGeom prst="rect">
            <a:avLst/>
          </a:prstGeom>
          <a:solidFill>
            <a:srgbClr val="F0FFF0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Set environment variables to use system TLS:</a:t>
            </a:r>
            <a:br/>
            <a:br/>
            <a:r>
              <a:t>export UV_NATIVE_TLS=1</a:t>
            </a:r>
            <a:br/>
            <a:r>
              <a:t>export SSL_CERT_FILE=/etc/pki/ca-trust/extracted/pem/tls-ca-bundle.pem</a:t>
            </a:r>
            <a:br/>
            <a:r>
              <a:t>export REQUESTS_CA_BUNDLE=/etc/pki/ca-trust/extracted/pem/tls-ca-bundle.pem</a:t>
            </a:r>
            <a:br/>
            <a:br/>
            <a:r>
              <a:t>This tells uv to use the system's native TLS which trusts Micron's CA certificates.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2: Python Version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Challenge: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solidFill>
            <a:srgbClr val="FFF0F0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Error: 'Using Python 3.15 (requires-python: &gt;=3.12)'</a:t>
            </a:r>
            <a:br/>
            <a:br/>
            <a:r>
              <a:t>The appstore was trying to download Python 3.15 from GitHub, which failed due to SSL issues. It also ignored our pyproject.toml's requires-python setting.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A745"/>
                </a:solidFill>
              </a:defRPr>
            </a:pPr>
            <a:r>
              <a:t>Solution: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8229600" cy="2103120"/>
          </a:xfrm>
          <a:prstGeom prst="rect">
            <a:avLst/>
          </a:prstGeom>
          <a:solidFill>
            <a:srgbClr val="F0FFF0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Force use of system Python with UV environment variables:</a:t>
            </a:r>
            <a:br/>
            <a:br/>
            <a:r>
              <a:t>export UV_PYTHON=/path/to/.venv/bin/python</a:t>
            </a:r>
            <a:br/>
            <a:r>
              <a:t>export UV_PYTHON_PREFERENCE=only-system</a:t>
            </a:r>
            <a:br/>
            <a:r>
              <a:t>export PATH="/path/to/.venv/bin:$PATH"</a:t>
            </a:r>
            <a:br/>
            <a:br/>
            <a:r>
              <a:t>This uses the existing Python 3.11 from our virtual environment instead of downloading a new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3: Module Not Included in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Challenge: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solidFill>
            <a:srgbClr val="FFF0F0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Error: 'ModuleNotFoundError: No module named cdpm_recovery_sim'</a:t>
            </a:r>
            <a:br/>
            <a:br/>
            <a:r>
              <a:t>Publishing a single .py file with 'appstore publish script.py' created a wheel, but the actual module code was NOT included in the package!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A745"/>
                </a:solidFill>
              </a:defRPr>
            </a:pPr>
            <a:r>
              <a:t>Solution: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8229600" cy="2103120"/>
          </a:xfrm>
          <a:prstGeom prst="rect">
            <a:avLst/>
          </a:prstGeom>
          <a:solidFill>
            <a:srgbClr val="F0FFF0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Create a proper Python package structure:</a:t>
            </a:r>
            <a:br/>
            <a:br/>
            <a:r>
              <a:t>cdpm_recovery_app/</a:t>
            </a:r>
            <a:br/>
            <a:r>
              <a:t>├── pyproject.toml</a:t>
            </a:r>
            <a:br/>
            <a:r>
              <a:t>├── cdpm_recovery_sim.py</a:t>
            </a:r>
            <a:br/>
            <a:r>
              <a:t>└── cdpm_recovery_sim/        # Package directory</a:t>
            </a:r>
            <a:br/>
            <a:r>
              <a:t>    ├── __init__.py           # Copy of main script</a:t>
            </a:r>
            <a:br/>
            <a:r>
              <a:t>    └── __main__.py           # Entry point</a:t>
            </a:r>
            <a:br/>
            <a:br/>
            <a:r>
              <a:t>Then publish the directory: appstore publish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 4: Wrong Entry Point Auto-Detection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Challenge: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solidFill>
            <a:srgbClr val="FFF0F0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Error: 'Entry points: cdpm-recovery-sim=main:main'</a:t>
            </a:r>
            <a:br/>
            <a:br/>
            <a:r>
              <a:t>The appstore auto-detected the wrong entry point, looking for a 'main' module instead of 'cdpm_recovery_sim'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A745"/>
                </a:solidFill>
              </a:defRPr>
            </a:pPr>
            <a:r>
              <a:t>Solution: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8229600" cy="2103120"/>
          </a:xfrm>
          <a:prstGeom prst="rect">
            <a:avLst/>
          </a:prstGeom>
          <a:solidFill>
            <a:srgbClr val="F0FFF0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7863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Explicitly specify the entry point:</a:t>
            </a:r>
            <a:br/>
            <a:br/>
            <a:r>
              <a:t>appstore publish . \</a:t>
            </a:r>
            <a:br/>
            <a:r>
              <a:t>  --entry-point "cdpm-recovery-sim=cdpm_recovery_sim:main"</a:t>
            </a:r>
            <a:br/>
            <a:br/>
            <a:r>
              <a:t>Also add [tool.setuptools] to pyproject.toml to exclude unwanted directories:</a:t>
            </a:r>
            <a:br/>
            <a:br/>
            <a:r>
              <a:t>[tool.setuptools]</a:t>
            </a:r>
            <a:br/>
            <a:r>
              <a:t>packages = ["cdpm_recovery_sim"]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Final Working Publish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8595360" cy="50292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SSL_CERT_FILE=/etc/pki/ca-trust/extracted/pem/tls-ca-bundle.pem \</a:t>
            </a:r>
            <a:br/>
            <a:r>
              <a:t>REQUESTS_CA_BUNDLE=/etc/pki/ca-trust/extracted/pem/tls-ca-bundle.pem \</a:t>
            </a:r>
            <a:br/>
            <a:r>
              <a:t>UV_NATIVE_TLS=1 \</a:t>
            </a:r>
            <a:br/>
            <a:r>
              <a:t>UV_PYTHON=/home/asegaran/MODULE_YIELD_DASHBOARD/.venv/bin/python \</a:t>
            </a:r>
            <a:br/>
            <a:r>
              <a:t>UV_PYTHON_PREFERENCE=only-system \</a:t>
            </a:r>
            <a:br/>
            <a:r>
              <a:t>PATH="/home/asegaran/MODULE_YIELD_DASHBOARD/.venv/bin:$PATH" \</a:t>
            </a:r>
            <a:br/>
            <a:r>
              <a:t>~/.local/bin/appstore publish . \</a:t>
            </a:r>
            <a:br/>
            <a:r>
              <a:t>  --name cdpm-recovery-sim \</a:t>
            </a:r>
            <a:br/>
            <a:r>
              <a:t>  --version 1.0.3 \</a:t>
            </a:r>
            <a:br/>
            <a:r>
              <a:t>  --entry-point "cdpm-recovery-sim=cdpm_recovery_sim:main" \</a:t>
            </a:r>
            <a:br/>
            <a:r>
              <a:t>  --skip-test \</a:t>
            </a:r>
            <a:br/>
            <a:r>
              <a:t>  --skip-confirm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Users Install &amp;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8595360" cy="5029200"/>
          </a:xfrm>
          <a:prstGeom prst="rect">
            <a:avLst/>
          </a:prstGeom>
          <a:solidFill>
            <a:srgbClr val="282C34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# Installation (one-time setup)</a:t>
            </a:r>
            <a:br/>
            <a:r>
              <a:t>export UV_NATIVE_TLS=1</a:t>
            </a:r>
            <a:br/>
            <a:r>
              <a:t>export SSL_CERT_FILE=/etc/pki/ca-trust/extracted/pem/tls-ca-bundle.pem</a:t>
            </a:r>
            <a:br/>
            <a:r>
              <a:t>appstore install cdpm-recovery-sim</a:t>
            </a:r>
            <a:br/>
            <a:br/>
            <a:r>
              <a:t># Usage</a:t>
            </a:r>
            <a:br/>
            <a:r>
              <a:t>cdpm-recovery-sim --did Y6CP --steps HMB1 --ww 202615</a:t>
            </a:r>
            <a:br/>
            <a:br/>
            <a:r>
              <a:t># With multiple design IDs and steps</a:t>
            </a:r>
            <a:br/>
            <a:r>
              <a:t>cdpm-recovery-sim --did Y6CP,Y63N --steps HMB1,QMON --ww 202615</a:t>
            </a:r>
            <a:br/>
            <a:br/>
            <a:r>
              <a:t># Custom output file</a:t>
            </a:r>
            <a:br/>
            <a:r>
              <a:t>cdpm-recovery-sim --did Y6CP --steps HMB1 --ww 202615 --output report.html</a:t>
            </a:r>
            <a:br/>
            <a:br/>
            <a:r>
              <a:t># Open browser after generation</a:t>
            </a:r>
            <a:br/>
            <a:r>
              <a:t>cdpm-recovery-sim --did Y6CP --steps HMB1 --ww 202615 --browser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DC3545"/>
                </a:solidFill>
              </a:defRPr>
            </a:pPr>
            <a:r>
              <a:t>• UV_NATIVE_TLS=1 is CRITICAL for Micron network</a:t>
            </a:r>
          </a:p>
          <a:p>
            <a:pPr>
              <a:spcAft>
                <a:spcPts val="1200"/>
              </a:spcAft>
              <a:defRPr sz="2000" b="1">
                <a:solidFill>
                  <a:srgbClr val="DC3545"/>
                </a:solidFill>
              </a:defRPr>
            </a:pPr>
            <a:r>
              <a:t>• Single file publishing doesn't work - need package structure</a:t>
            </a:r>
          </a:p>
          <a:p>
            <a:pPr>
              <a:spcAft>
                <a:spcPts val="1200"/>
              </a:spcAft>
              <a:defRPr sz="2000" b="1">
                <a:solidFill>
                  <a:srgbClr val="DC3545"/>
                </a:solidFill>
              </a:defRPr>
            </a:pPr>
            <a:r>
              <a:t>• Always specify --entry-point explicitly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Use [tool.setuptools] packages to exclude cache directories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Create a publish.sh script for reproducible deployments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Document SSL requirements in README for users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Test installation on fresh environment before announcing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Successfully published cdpm-recovery-sim v1.0.3 to MU App Store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Overcame 4 major challenges with SSL, Python, packaging, and entry points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Created reusable publish.sh script for future updates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Documented installation process in README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Tool is now available for the team to install and use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Repository: MODULE_YIELD_DASHBOARD/sandbox/cdpm_recovery_app/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