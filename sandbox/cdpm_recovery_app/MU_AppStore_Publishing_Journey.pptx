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02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23CA9D-08EF-1D54-57C6-9F106BA2E31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3414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Micron Confidential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5F8538-E4D5-C3B7-C7E1-5E1B52AE147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11620"/>
            <a:ext cx="13414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Micron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eweb.micron.com/BOID/~dramcdev/appstore/" TargetMode="External"/><Relationship Id="rId2" Type="http://schemas.openxmlformats.org/officeDocument/2006/relationships/hyperlink" Target="https://micron.atlassian.net/wiki/spaces/DEGPE/pages/637208871/Mu+App+Store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Building &amp; Publishing to MU App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cDPM Recovery Simulation Tool</a:t>
            </a:r>
            <a:br/>
            <a:r>
              <a:t>April 21,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 I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</a:t>
            </a:r>
            <a:r>
              <a:rPr dirty="0" err="1"/>
              <a:t>cDPM</a:t>
            </a:r>
            <a:r>
              <a:rPr dirty="0"/>
              <a:t> Recovery Simulation Tool for SOCAMM2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Uses Hybrid DPM approach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Analyzes three recovery types: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   - New </a:t>
            </a:r>
            <a:r>
              <a:rPr dirty="0" err="1"/>
              <a:t>RPx</a:t>
            </a:r>
            <a:r>
              <a:rPr dirty="0"/>
              <a:t> Fix (VERIFIED) - False </a:t>
            </a:r>
            <a:r>
              <a:rPr dirty="0" err="1"/>
              <a:t>miscompare</a:t>
            </a:r>
            <a:r>
              <a:rPr dirty="0"/>
              <a:t> detection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   - New BIOS Fix (PROJECTED) - MULTI_BANK_MULTI_DQ timing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   - HW + SOP Fix (PROJECTED) - Hang recovery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Generates interactive HTML reports with heatmaps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Shows single week + 4-week cumulative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Hybrid DPM Calculation: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   - MODULE-level (Mod-Sys, Hang): MSNs / Total FIDs × 1M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   - FID-level (DQ, Row, etc.): UFAILs / Total FIDs × 1M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Recovery Simulation with verified &amp; projected fixes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MSN_STATUS × FAILCRAWLER correlation heatmaps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CLI interface with simple arguments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Automatic caching for faster repeated queries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HTML report with Plotly interactive charts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Publishing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Step 1: Install MU App Store CLI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Step 2: Create </a:t>
            </a:r>
            <a:r>
              <a:rPr dirty="0" err="1"/>
              <a:t>pyproject.toml</a:t>
            </a:r>
            <a:r>
              <a:rPr dirty="0"/>
              <a:t> with metadata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Step 3: Structure code as proper Python package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Step 4: Run </a:t>
            </a:r>
            <a:r>
              <a:rPr dirty="0" err="1"/>
              <a:t>appstore</a:t>
            </a:r>
            <a:r>
              <a:rPr dirty="0"/>
              <a:t> publish command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Step 5: Test installation from app store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Step 6: Iterate and fix issues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dirty="0"/>
              <a:t>• Final: Successfully published v1.0.3!</a:t>
            </a:r>
            <a:endParaRPr lang="en-US" dirty="0"/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endParaRPr lang="en-US" dirty="0"/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lang="en-US" dirty="0"/>
              <a:t>Links: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lang="en-US" sz="2000" dirty="0">
                <a:hlinkClick r:id="rId2"/>
              </a:rPr>
              <a:t>Mu App Store - DEG PE – Confluence</a:t>
            </a:r>
            <a:endParaRPr lang="en-US" sz="2000" dirty="0"/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rPr lang="en-US" sz="2000" dirty="0">
                <a:hlinkClick r:id="rId3"/>
              </a:rPr>
              <a:t>Mu App Store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1: SSL Certificate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3545"/>
                </a:solidFill>
              </a:defRPr>
            </a:pPr>
            <a:r>
              <a:t>Challenge: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solidFill>
            <a:srgbClr val="FFF0F0"/>
          </a:solidFill>
          <a:ln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Error: 'invalid peer certificate: UnknownIssuer'</a:t>
            </a:r>
            <a:br/>
            <a:br/>
            <a:r>
              <a:t>The appstore CLI uses 'uv' internally which couldn't connect to GitHub or PyPI due to Micron's self-signed SSL certificates. Every network request failed.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8A745"/>
                </a:solidFill>
              </a:defRPr>
            </a:pPr>
            <a:r>
              <a:t>Solution: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297680"/>
            <a:ext cx="8229600" cy="2103120"/>
          </a:xfrm>
          <a:prstGeom prst="rect">
            <a:avLst/>
          </a:prstGeom>
          <a:solidFill>
            <a:srgbClr val="F0FFF0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7863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Set environment variables to use system TLS:</a:t>
            </a:r>
            <a:br/>
            <a:br/>
            <a:r>
              <a:t>export UV_NATIVE_TLS=1</a:t>
            </a:r>
            <a:br/>
            <a:r>
              <a:t>export SSL_CERT_FILE=/etc/pki/ca-trust/extracted/pem/tls-ca-bundle.pem</a:t>
            </a:r>
            <a:br/>
            <a:r>
              <a:t>export REQUESTS_CA_BUNDLE=/etc/pki/ca-trust/extracted/pem/tls-ca-bundle.pem</a:t>
            </a:r>
            <a:br/>
            <a:br/>
            <a:r>
              <a:t>This tells uv to use the system's native TLS which trusts Micron's CA certificates.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2: Python Version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3545"/>
                </a:solidFill>
              </a:defRPr>
            </a:pPr>
            <a:r>
              <a:t>Challenge: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solidFill>
            <a:srgbClr val="FFF0F0"/>
          </a:solidFill>
          <a:ln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Error: 'Using Python 3.15 (requires-python: &gt;=3.12)'</a:t>
            </a:r>
            <a:br/>
            <a:br/>
            <a:r>
              <a:t>The appstore was trying to download Python 3.15 from GitHub, which failed due to SSL issues. It also ignored our pyproject.toml's requires-python setting.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8A745"/>
                </a:solidFill>
              </a:defRPr>
            </a:pPr>
            <a:r>
              <a:t>Solution: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297680"/>
            <a:ext cx="8229600" cy="2103120"/>
          </a:xfrm>
          <a:prstGeom prst="rect">
            <a:avLst/>
          </a:prstGeom>
          <a:solidFill>
            <a:srgbClr val="F0FFF0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7863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Force use of system Python with UV environment variables:</a:t>
            </a:r>
            <a:br/>
            <a:br/>
            <a:r>
              <a:t>export UV_PYTHON=/path/to/.venv/bin/python</a:t>
            </a:r>
            <a:br/>
            <a:r>
              <a:t>export UV_PYTHON_PREFERENCE=only-system</a:t>
            </a:r>
            <a:br/>
            <a:r>
              <a:t>export PATH="/path/to/.venv/bin:$PATH"</a:t>
            </a:r>
            <a:br/>
            <a:br/>
            <a:r>
              <a:t>This uses the existing Python 3.11 from our virtual environment instead of downloading a new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3: Module Not Included in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3545"/>
                </a:solidFill>
              </a:defRPr>
            </a:pPr>
            <a:r>
              <a:t>Challenge: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solidFill>
            <a:srgbClr val="FFF0F0"/>
          </a:solidFill>
          <a:ln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Error: 'ModuleNotFoundError: No module named cdpm_recovery_sim'</a:t>
            </a:r>
            <a:br/>
            <a:br/>
            <a:r>
              <a:t>Publishing a single .py file with 'appstore publish script.py' created a wheel, but the actual module code was NOT included in the package!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8A745"/>
                </a:solidFill>
              </a:defRPr>
            </a:pPr>
            <a:r>
              <a:t>Solution: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297680"/>
            <a:ext cx="8229600" cy="2103120"/>
          </a:xfrm>
          <a:prstGeom prst="rect">
            <a:avLst/>
          </a:prstGeom>
          <a:solidFill>
            <a:srgbClr val="F0FFF0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7863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Create a proper Python package structure:</a:t>
            </a:r>
            <a:br/>
            <a:br/>
            <a:r>
              <a:t>cdpm_recovery_app/</a:t>
            </a:r>
            <a:br/>
            <a:r>
              <a:t>├── pyproject.toml</a:t>
            </a:r>
            <a:br/>
            <a:r>
              <a:t>├── cdpm_recovery_sim.py</a:t>
            </a:r>
            <a:br/>
            <a:r>
              <a:t>└── cdpm_recovery_sim/        # Package directory</a:t>
            </a:r>
            <a:br/>
            <a:r>
              <a:t>    ├── __init__.py           # Copy of main script</a:t>
            </a:r>
            <a:br/>
            <a:r>
              <a:t>    └── __main__.py           # Entry point</a:t>
            </a:r>
            <a:br/>
            <a:br/>
            <a:r>
              <a:t>Then publish the directory: appstore publish 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4: Wrong Entry Point Auto-Detection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3545"/>
                </a:solidFill>
              </a:defRPr>
            </a:pPr>
            <a:r>
              <a:t>Challenge: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solidFill>
            <a:srgbClr val="FFF0F0"/>
          </a:solidFill>
          <a:ln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Error: 'Entry points: cdpm-recovery-sim=main:main'</a:t>
            </a:r>
            <a:br/>
            <a:br/>
            <a:r>
              <a:t>The appstore auto-detected the wrong entry point, looking for a 'main' module instead of 'cdpm_recovery_sim'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8A745"/>
                </a:solidFill>
              </a:defRPr>
            </a:pPr>
            <a:r>
              <a:t>Solution: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297680"/>
            <a:ext cx="8229600" cy="2103120"/>
          </a:xfrm>
          <a:prstGeom prst="rect">
            <a:avLst/>
          </a:prstGeom>
          <a:solidFill>
            <a:srgbClr val="F0FFF0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7863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Explicitly specify the entry point:</a:t>
            </a:r>
            <a:br/>
            <a:br/>
            <a:r>
              <a:t>appstore publish . \</a:t>
            </a:r>
            <a:br/>
            <a:r>
              <a:t>  --entry-point "cdpm-recovery-sim=cdpm_recovery_sim:main"</a:t>
            </a:r>
            <a:br/>
            <a:br/>
            <a:r>
              <a:t>Also add [tool.setuptools] to pyproject.toml to exclude unwanted directories:</a:t>
            </a:r>
            <a:br/>
            <a:br/>
            <a:r>
              <a:t>[tool.setuptools]</a:t>
            </a:r>
            <a:br/>
            <a:r>
              <a:t>packages = ["cdpm_recovery_sim"]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Final Working Publish Command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71600"/>
            <a:ext cx="8595360" cy="5029200"/>
          </a:xfrm>
          <a:prstGeom prst="rect">
            <a:avLst/>
          </a:prstGeom>
          <a:solidFill>
            <a:srgbClr val="282C34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8C8C8"/>
                </a:solidFill>
                <a:latin typeface="Consolas"/>
              </a:defRPr>
            </a:pPr>
            <a:r>
              <a:t>SSL_CERT_FILE=/etc/pki/ca-trust/extracted/pem/tls-ca-bundle.pem \</a:t>
            </a:r>
            <a:br/>
            <a:r>
              <a:t>REQUESTS_CA_BUNDLE=/etc/pki/ca-trust/extracted/pem/tls-ca-bundle.pem \</a:t>
            </a:r>
            <a:br/>
            <a:r>
              <a:t>UV_NATIVE_TLS=1 \</a:t>
            </a:r>
            <a:br/>
            <a:r>
              <a:t>UV_PYTHON=/home/asegaran/MODULE_YIELD_DASHBOARD/.venv/bin/python \</a:t>
            </a:r>
            <a:br/>
            <a:r>
              <a:t>UV_PYTHON_PREFERENCE=only-system \</a:t>
            </a:r>
            <a:br/>
            <a:r>
              <a:t>PATH="/home/asegaran/MODULE_YIELD_DASHBOARD/.venv/bin:$PATH" \</a:t>
            </a:r>
            <a:br/>
            <a:r>
              <a:t>~/.local/bin/appstore publish . \</a:t>
            </a:r>
            <a:br/>
            <a:r>
              <a:t>  --name cdpm-recovery-sim \</a:t>
            </a:r>
            <a:br/>
            <a:r>
              <a:t>  --version 1.0.3 \</a:t>
            </a:r>
            <a:br/>
            <a:r>
              <a:t>  --entry-point "cdpm-recovery-sim=cdpm_recovery_sim:main" \</a:t>
            </a:r>
            <a:br/>
            <a:r>
              <a:t>  --skip-test \</a:t>
            </a:r>
            <a:br/>
            <a:r>
              <a:t>  --skip-confirm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28D646-84C2-640D-6F0E-8360491B2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50" y="4116137"/>
            <a:ext cx="8731699" cy="20829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1F0C224-8043-EE04-0DE6-2FA50C52F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26" y="1030853"/>
            <a:ext cx="8323545" cy="224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531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How Users Install &amp;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71600"/>
            <a:ext cx="8595360" cy="5029200"/>
          </a:xfrm>
          <a:prstGeom prst="rect">
            <a:avLst/>
          </a:prstGeom>
          <a:solidFill>
            <a:srgbClr val="282C34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8C8C8"/>
                </a:solidFill>
                <a:latin typeface="Consolas"/>
              </a:defRPr>
            </a:pPr>
            <a:r>
              <a:t># Installation (one-time setup)</a:t>
            </a:r>
            <a:br/>
            <a:r>
              <a:t>export UV_NATIVE_TLS=1</a:t>
            </a:r>
            <a:br/>
            <a:r>
              <a:t>export SSL_CERT_FILE=/etc/pki/ca-trust/extracted/pem/tls-ca-bundle.pem</a:t>
            </a:r>
            <a:br/>
            <a:r>
              <a:t>appstore install cdpm-recovery-sim</a:t>
            </a:r>
            <a:br/>
            <a:br/>
            <a:r>
              <a:t># Usage</a:t>
            </a:r>
            <a:br/>
            <a:r>
              <a:t>cdpm-recovery-sim --did Y6CP --steps HMB1 --ww 202615</a:t>
            </a:r>
            <a:br/>
            <a:br/>
            <a:r>
              <a:t># With multiple design IDs and steps</a:t>
            </a:r>
            <a:br/>
            <a:r>
              <a:t>cdpm-recovery-sim --did Y6CP,Y63N --steps HMB1,QMON --ww 202615</a:t>
            </a:r>
            <a:br/>
            <a:br/>
            <a:r>
              <a:t># Custom output file</a:t>
            </a:r>
            <a:br/>
            <a:r>
              <a:t>cdpm-recovery-sim --did Y6CP --steps HMB1 --ww 202615 --output report.html</a:t>
            </a:r>
            <a:br/>
            <a:br/>
            <a:r>
              <a:t># Open browser after generation</a:t>
            </a:r>
            <a:br/>
            <a:r>
              <a:t>cdpm-recovery-sim --did Y6CP --steps HMB1 --ww 202615 --browser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DC3545"/>
                </a:solidFill>
              </a:defRPr>
            </a:pPr>
            <a:r>
              <a:t>• UV_NATIVE_TLS=1 is CRITICAL for Micron network</a:t>
            </a:r>
          </a:p>
          <a:p>
            <a:pPr>
              <a:spcAft>
                <a:spcPts val="1200"/>
              </a:spcAft>
              <a:defRPr sz="2000" b="1">
                <a:solidFill>
                  <a:srgbClr val="DC3545"/>
                </a:solidFill>
              </a:defRPr>
            </a:pPr>
            <a:r>
              <a:t>• Single file publishing doesn't work - need package structure</a:t>
            </a:r>
          </a:p>
          <a:p>
            <a:pPr>
              <a:spcAft>
                <a:spcPts val="1200"/>
              </a:spcAft>
              <a:defRPr sz="2000" b="1">
                <a:solidFill>
                  <a:srgbClr val="DC3545"/>
                </a:solidFill>
              </a:defRPr>
            </a:pPr>
            <a:r>
              <a:t>• Always specify --entry-point explicitly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Use [tool.setuptools] packages to exclude cache directories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Create a publish.sh script for reproducible deployments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Document SSL requirements in README for users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Test installation on fresh environment before announcing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Successfully published cdpm-recovery-sim v1.0.3 to MU App Store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Overcame 4 major challenges with SSL, Python, packaging, and entry points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Created reusable publish.sh script for future updates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Documented installation process in README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Tool is now available for the team to install and use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2000">
                <a:solidFill>
                  <a:srgbClr val="323232"/>
                </a:solidFill>
              </a:defRPr>
            </a:pPr>
            <a:r>
              <a:t>• Repository: MODULE_YIELD_DASHBOARD/sandbox/cdpm_recovery_app/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7874100-6000-43b6-a204-2d77792600b9}" enabled="1" method="Standard" siteId="{f38a5ecd-2813-4862-b11b-ac1d563c806f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1139</Words>
  <Application>Microsoft Office PowerPoint</Application>
  <PresentationFormat>On-screen Show (4:3)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Abbiramavali A/p Segaran</cp:lastModifiedBy>
  <cp:revision>2</cp:revision>
  <dcterms:created xsi:type="dcterms:W3CDTF">2013-01-27T09:14:16Z</dcterms:created>
  <dcterms:modified xsi:type="dcterms:W3CDTF">2026-04-22T03:26:19Z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Theme:10</vt:lpwstr>
  </property>
  <property fmtid="{D5CDD505-2E9C-101B-9397-08002B2CF9AE}" pid="3" name="ClassificationContentMarkingFooterText">
    <vt:lpwstr>Micron Confidential</vt:lpwstr>
  </property>
  <property fmtid="{D5CDD505-2E9C-101B-9397-08002B2CF9AE}" pid="4" name="ClassificationContentMarkingHeaderLocations">
    <vt:lpwstr>Office Theme:9</vt:lpwstr>
  </property>
  <property fmtid="{D5CDD505-2E9C-101B-9397-08002B2CF9AE}" pid="5" name="ClassificationContentMarkingHeaderText">
    <vt:lpwstr>Micron Confidential</vt:lpwstr>
  </property>
</Properties>
</file>