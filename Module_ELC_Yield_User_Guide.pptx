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Module ELC Yield Tab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Step-by-Step User Guide</a:t>
            </a:r>
            <a:br/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Dashboard Overview</a:t>
            </a:r>
          </a:p>
        </p:txBody>
      </p:sp>
      <p:pic>
        <p:nvPicPr>
          <p:cNvPr id="4" name="Picture 3" descr="dash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914400"/>
            <a:ext cx="114300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Module Yield Dashboard - http://bolpedh03.micron.com:8502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the Module ELC Yield Tab?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📊 Purpose: Track weekly yield trends for HMFN, SLT, and ELC steps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📈 Features: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• Multi-series yield comparison across configurations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• D1 projection curves showing targets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• HMFN × SLT = ELC calculation verification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• 4-week rolling yield averages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⚙️ Key Capability: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Enable target projection lines to compare actual vs D1 targets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1: Configure Sidebar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1. Select Form Factor(s):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SOCAMM or SOCAMM2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2. Select Test Step(s):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HMFN, HMB1, QMON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3. Select Design ID(s):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Y42M, Y62P, Y6CP, Y63N, Y73P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4. Select Facility and Work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5760720" cy="53035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┌──────────────────────┐</a:t>
            </a:r>
            <a:br/>
            <a:r>
              <a:t>│  🎯 Module Yield     │</a:t>
            </a:r>
            <a:br/>
            <a:r>
              <a:t>│     Dashboard        │</a:t>
            </a:r>
            <a:br/>
            <a:r>
              <a:t>├──────────────────────┤</a:t>
            </a:r>
            <a:br/>
            <a:r>
              <a:t>│ Form Factor          │</a:t>
            </a:r>
            <a:br/>
            <a:r>
              <a:t>│ [■] SOCAMM           │</a:t>
            </a:r>
            <a:br/>
            <a:r>
              <a:t>│ [■] SOCAMM2          │</a:t>
            </a:r>
            <a:br/>
            <a:r>
              <a:t>├──────────────────────┤</a:t>
            </a:r>
            <a:br/>
            <a:r>
              <a:t>│ Test Step            │</a:t>
            </a:r>
            <a:br/>
            <a:r>
              <a:t>│ [■] HMFN             │</a:t>
            </a:r>
            <a:br/>
            <a:r>
              <a:t>│ [■] HMB1             │</a:t>
            </a:r>
            <a:br/>
            <a:r>
              <a:t>│ [■] QMON             │</a:t>
            </a:r>
            <a:br/>
            <a:r>
              <a:t>├──────────────────────┤</a:t>
            </a:r>
            <a:br/>
            <a:r>
              <a:t>│ Design ID            │</a:t>
            </a:r>
            <a:br/>
            <a:r>
              <a:t>│ [■] Y6CP             │</a:t>
            </a:r>
            <a:br/>
            <a:r>
              <a:t>├──────────────────────┤</a:t>
            </a:r>
            <a:br/>
            <a:r>
              <a:t>│ Facility             │</a:t>
            </a:r>
            <a:br/>
            <a:r>
              <a:t>│ [■] PENANG           │</a:t>
            </a:r>
            <a:br/>
            <a:r>
              <a:t>├──────────────────────┤</a:t>
            </a:r>
            <a:br/>
            <a:r>
              <a:t>│ Work Week: 2026      │</a:t>
            </a:r>
            <a:br/>
            <a:r>
              <a:t>│ Start: 06  End: 15   │</a:t>
            </a:r>
            <a:br/>
            <a:r>
              <a:t>└──────────────────────┘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2: Navigate to Module ELC Yield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After setting filters: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1. Look at the main content area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2. Find the tab bar at the top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3. Click on 'Module ELC Yield' tab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4. The tab will load yield data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based on your filter selections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5760720" cy="53035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┌─────────────────────────────────────────────────┐</a:t>
            </a:r>
            <a:br/>
            <a:r>
              <a:t>│                                                 │</a:t>
            </a:r>
            <a:br/>
            <a:r>
              <a:t>│  ┌───────────┐ ┌──────────────┐ ┌────────────┐ │</a:t>
            </a:r>
            <a:br/>
            <a:r>
              <a:t>│  │ Yield     │ │ Module ELC   │ │ Pareto     │ │</a:t>
            </a:r>
            <a:br/>
            <a:r>
              <a:t>│  │ Analysis  │ │ Yield  ←←←←  │ │ Analysis   │ │</a:t>
            </a:r>
            <a:br/>
            <a:r>
              <a:t>│  └───────────┘ └──────────────┘ └────────────┘ │</a:t>
            </a:r>
            <a:br/>
            <a:r>
              <a:t>│                                                 │</a:t>
            </a:r>
            <a:br/>
            <a:r>
              <a:t>│  ┌────────────┐ ┌──────────────────┐           │</a:t>
            </a:r>
            <a:br/>
            <a:r>
              <a:t>│  │ Fail       │ │ Machine Trend    │           │</a:t>
            </a:r>
            <a:br/>
            <a:r>
              <a:t>│  │ Viewer     │ │ Analysis         │           │</a:t>
            </a:r>
            <a:br/>
            <a:r>
              <a:t>│  └────────────┘ └──────────────────┘           │</a:t>
            </a:r>
            <a:br/>
            <a:r>
              <a:t>│                                                 │</a:t>
            </a:r>
            <a:br/>
            <a:r>
              <a:t>│         Click "Module ELC Yield" tab           │</a:t>
            </a:r>
            <a:br/>
            <a:r>
              <a:t>│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3: Select Series to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The series selector shows all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available configurations: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Format: DID_FormFactor_Density_Speed_Step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💡 IMPORTANT for Target Lines: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Select series with SAME: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• Design ID (e.g., Y6CP)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• Density (e.g., 192GB)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• Speed (e.g., 7500MTPS)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5760720" cy="53035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┌─────────────────────────────────────────────────┐</a:t>
            </a:r>
            <a:br/>
            <a:r>
              <a:t>│  📈 Select Series to Plot                       │</a:t>
            </a:r>
            <a:br/>
            <a:r>
              <a:t>├─────────────────────────────────────────────────┤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│</a:t>
            </a:r>
            <a:br/>
            <a:r>
              <a:t>│  ☑ Y6CP_SOCAMM2_192GB_7500MTPS_HMFN            │</a:t>
            </a:r>
            <a:br/>
            <a:r>
              <a:t>│  ☑ Y6CP_SOCAMM2_192GB_7500MTPS_SLT             │</a:t>
            </a:r>
            <a:br/>
            <a:r>
              <a:t>│  ☑ Y6CP_SOCAMM2_192GB_7500MTPS_ELC             │</a:t>
            </a:r>
            <a:br/>
            <a:r>
              <a:t>│                                                 │</a:t>
            </a:r>
            <a:br/>
            <a:r>
              <a:t>│  ☐ Y6CP_SOCAMM2_96GB_9600MTPS_HMFN             │</a:t>
            </a:r>
            <a:br/>
            <a:r>
              <a:t>│  ☐ Y6CP_SOCAMM2_96GB_9600MTPS_SLT              │</a:t>
            </a:r>
            <a:br/>
            <a:r>
              <a:t>│  ☐ Y6CP_SOCAMM2_96GB_9600MTPS_ELC              │</a:t>
            </a:r>
            <a:br/>
            <a:r>
              <a:t>│                                                 │</a:t>
            </a:r>
            <a:br/>
            <a:r>
              <a:t>│  💡 TIP: For targets, select series            │</a:t>
            </a:r>
            <a:br/>
            <a:r>
              <a:t>│     with SAME DID + Density + Speed            │</a:t>
            </a:r>
            <a:br/>
            <a:r>
              <a:t>│                                                 │</a:t>
            </a:r>
            <a:br/>
            <a:r>
              <a:t>│  [Select All] [Clear All]                       │</a:t>
            </a:r>
            <a:br/>
            <a:r>
              <a:t>└─────────────────────────────────────────────────┘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4: Enable D1 Target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To show projection targets: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1. Find 'Show D1 Target Lines'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checkbox in the controls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2. Check the box to enable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3. Target lines appear on chart: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• Blue dotted = HMFN target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• Red dotted = SLT target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• Green dotted = ELC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5760720" cy="53035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┌─────────────────────────────────────────────────┐</a:t>
            </a:r>
            <a:br/>
            <a:r>
              <a:t>│  🎯 Target Line Controls                        │</a:t>
            </a:r>
            <a:br/>
            <a:r>
              <a:t>├─────────────────────────────────────────────────┤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│</a:t>
            </a:r>
            <a:br/>
            <a:r>
              <a:t>│  [✓] Show D1 Target Lines                       │</a:t>
            </a:r>
            <a:br/>
            <a:r>
              <a:t>│                                                 │</a:t>
            </a:r>
            <a:br/>
            <a:r>
              <a:t>│  When enabled, shows:                           │</a:t>
            </a:r>
            <a:br/>
            <a:r>
              <a:t>│  ┄┄┄┄ HMFN Target (Blue dotted)                │</a:t>
            </a:r>
            <a:br/>
            <a:r>
              <a:t>│  ┄┄┄┄ SLT Target  (Red dotted)                 │</a:t>
            </a:r>
            <a:br/>
            <a:r>
              <a:t>│  ┄┄┄┄ ELC Target  (Green dotted)               │</a:t>
            </a:r>
            <a:br/>
            <a:r>
              <a:t>│                                                 │</a:t>
            </a:r>
            <a:br/>
            <a:r>
              <a:t>├─────────────────────────────────────────────────┤</a:t>
            </a:r>
            <a:br/>
            <a:r>
              <a:t>│  ⚠️ Requirement:                                │</a:t>
            </a:r>
            <a:br/>
            <a:r>
              <a:t>│                                                 │</a:t>
            </a:r>
            <a:br/>
            <a:r>
              <a:t>│  Targets only show when ALL selected            │</a:t>
            </a:r>
            <a:br/>
            <a:r>
              <a:t>│  series share SAME DID + Density + Speed        │</a:t>
            </a:r>
            <a:br/>
            <a:r>
              <a:t>└─────────────────────────────────────────────────┘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5: Interpreting the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The chart shows: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Solid lines = Actual yield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Dotted lines = D1 targets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Color coding: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Blue = HMFN step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Red = SLT step (HMB1 × QMON)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Green = ELC (HMFN × SLT)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Compare actual vs target to identify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5760720" cy="53035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  100% ┬─────────────────────────────────────────┐</a:t>
            </a:r>
            <a:br/>
            <a:r>
              <a:t>       │  ┄┄┄┄┄┄┄┄┄┄┄┄┄┄┄┄┄┄┄┄┄┄┄┄ HMFN Target  │</a:t>
            </a:r>
            <a:br/>
            <a:r>
              <a:t>   99% │ ╭──────╮                    (99%)        │</a:t>
            </a:r>
            <a:br/>
            <a:r>
              <a:t>       │╱        ╲    HMFN Actual                 │</a:t>
            </a:r>
            <a:br/>
            <a:r>
              <a:t>   98% │          ╲ ╱ ╲ ╱ ╲                       │</a:t>
            </a:r>
            <a:br/>
            <a:r>
              <a:t>       │           ╳   ╳   ╲────                  │</a:t>
            </a:r>
            <a:br/>
            <a:r>
              <a:t>   97% │  ┄┄┄┄┄┄┄┄┄┄┄┄┄┄┄┄┄┄┄┄┄┄ SLT Target      │</a:t>
            </a:r>
            <a:br/>
            <a:r>
              <a:t>       │    ╭────╮                  (97%)         │</a:t>
            </a:r>
            <a:br/>
            <a:r>
              <a:t>   96% │   ╱      ╲    SLT Actual                 │</a:t>
            </a:r>
            <a:br/>
            <a:r>
              <a:t>       │  ╱        ╲ ╱ ╲ ╱ ╲                      │</a:t>
            </a:r>
            <a:br/>
            <a:r>
              <a:t>   95% │ ╱  ┄┄┄┄┄┄┄┄┄┄┄┄┄┄┄┄┄┄┄┄ ELC Target      │</a:t>
            </a:r>
            <a:br/>
            <a:r>
              <a:t>       │╱            ╲╱           (95.54%)        │</a:t>
            </a:r>
            <a:br/>
            <a:r>
              <a:t>   94% │       ELC Actual                         │</a:t>
            </a:r>
            <a:br/>
            <a:r>
              <a:t>       └───┴───┴───┴───┴───┴───┴───┴───┴───┴───┘</a:t>
            </a:r>
            <a:br/>
            <a:r>
              <a:t>        WW06 WW07 WW08 WW09 WW10 WW11 WW12 WW13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Understanding the Warning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If you see this warning: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⚠️ 'Targets require single config'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It means you selected series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with DIFFERENT configurations.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To fix: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1. Go back to series selector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2. Keep only series with same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DID + Density + Speed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5760720" cy="53035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┌─────────────────────────────────────────────────┐</a:t>
            </a:r>
            <a:br/>
            <a:r>
              <a:t>│                                                 │</a:t>
            </a:r>
            <a:br/>
            <a:r>
              <a:t>│  ⚠️ WARNING                                     │</a:t>
            </a:r>
            <a:br/>
            <a:r>
              <a:t>│  ─────────────────────────────────────────────  │</a:t>
            </a:r>
            <a:br/>
            <a:r>
              <a:t>│                                                 │</a:t>
            </a:r>
            <a:br/>
            <a:r>
              <a:t>│  Targets require single config.                 │</a:t>
            </a:r>
            <a:br/>
            <a:r>
              <a:t>│                                                 │</a:t>
            </a:r>
            <a:br/>
            <a:r>
              <a:t>│  Select series with same                        │</a:t>
            </a:r>
            <a:br/>
            <a:r>
              <a:t>│  DID + Density + Speed to show                  │</a:t>
            </a:r>
            <a:br/>
            <a:r>
              <a:t>│  target lines.                                  │</a:t>
            </a:r>
            <a:br/>
            <a:r>
              <a:t>│                                                 │</a:t>
            </a:r>
            <a:br/>
            <a:r>
              <a:t>│  Currently selected:                            │</a:t>
            </a:r>
            <a:br/>
            <a:r>
              <a:t>│  • Y6CP_192GB_7500MTPS ← ✓ Same                │</a:t>
            </a:r>
            <a:br/>
            <a:r>
              <a:t>│  • Y62P_64GB_9600MTPS  ← ✗ Different           │</a:t>
            </a:r>
            <a:br/>
            <a:r>
              <a:t>│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Available Target Configurations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D1 targets are defined for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these DID + Density + Speed: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If your config is not listed,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targets will not appear.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Timeline: Oct'25 - Feb'29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New configs added: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Y73P (starts Apr'27)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Y63N_256GB_8533MTPS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5760720" cy="53035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┌─────────────────────────────────────────────────┐</a:t>
            </a:r>
            <a:br/>
            <a:r>
              <a:t>│  AVAILABLE D1 TARGET CONFIGURATIONS             │</a:t>
            </a:r>
            <a:br/>
            <a:r>
              <a:t>├─────────────────────────────────────────────────┤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│</a:t>
            </a:r>
            <a:br/>
            <a:r>
              <a:t>│  Y42M:  32GB_8533, 64GB_8533, 128GB_6400       │</a:t>
            </a:r>
            <a:br/>
            <a:r>
              <a:t>│                                                 │</a:t>
            </a:r>
            <a:br/>
            <a:r>
              <a:t>│  Y62P:  32GB_9600, 64GB_9600, 64GB_8533        │</a:t>
            </a:r>
            <a:br/>
            <a:r>
              <a:t>│         128GB_6400, 128GB_7500, 128GB_8533      │</a:t>
            </a:r>
            <a:br/>
            <a:r>
              <a:t>│                                                 │</a:t>
            </a:r>
            <a:br/>
            <a:r>
              <a:t>│  Y6CP:  48GB_9600, 96GB_9600, 192GB_7500       │</a:t>
            </a:r>
            <a:br/>
            <a:r>
              <a:t>│                                                 │</a:t>
            </a:r>
            <a:br/>
            <a:r>
              <a:t>│  Y63N:  64GB_9600, 128GB_9600                   │</a:t>
            </a:r>
            <a:br/>
            <a:r>
              <a:t>│         256GB_7500, 256GB_8533                  │</a:t>
            </a:r>
            <a:br/>
            <a:r>
              <a:t>│                                                 │</a:t>
            </a:r>
            <a:br/>
            <a:r>
              <a:t>│  Y73P:  64GB_8533, 128GB_8533, 256GB_4800      │</a:t>
            </a:r>
            <a:br/>
            <a:r>
              <a:t>│         (Starts Apr'27)                         │</a:t>
            </a:r>
            <a:br/>
            <a:r>
              <a:t>└─────────────────────────────────────────────────┘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Dashboard URL: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http://bolpedh03.micron.com:8502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Key Contact: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Asegaran (Dashboard Owner)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Data Source: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frpt/mtsums commands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Last Updated: April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5760720" cy="53035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┌─────────────────────────────────────────────────┐</a:t>
            </a:r>
            <a:br/>
            <a:r>
              <a:t>│            QUICK REFERENCE CARD                 │</a:t>
            </a:r>
            <a:br/>
            <a:r>
              <a:t>├─────────────────────────────────────────────────┤</a:t>
            </a:r>
            <a:br/>
            <a:r>
              <a:t>│  TARGET LINE COLORS:                            │</a:t>
            </a:r>
            <a:br/>
            <a:r>
              <a:t>│  ┄┄┄ Blue   = HMFN Target                      │</a:t>
            </a:r>
            <a:br/>
            <a:r>
              <a:t>│  ┄┄┄ Red    = SLT Target                       │</a:t>
            </a:r>
            <a:br/>
            <a:r>
              <a:t>│  ┄┄┄ Green  = ELC Target                       │</a:t>
            </a:r>
            <a:br/>
            <a:r>
              <a:t>│                                                 │</a:t>
            </a:r>
            <a:br/>
            <a:r>
              <a:t>│  YIELD CALCULATION:                             │</a:t>
            </a:r>
            <a:br/>
            <a:r>
              <a:t>│  ELC = HMFN × SLT                              │</a:t>
            </a:r>
            <a:br/>
            <a:r>
              <a:t>│  SLT = HMB1 × QMON                             │</a:t>
            </a:r>
            <a:br/>
            <a:r>
              <a:t>│                                                 │</a:t>
            </a:r>
            <a:br/>
            <a:r>
              <a:t>│  KEY TARGETS (Typical):                         │</a:t>
            </a:r>
            <a:br/>
            <a:r>
              <a:t>│  HMFN: 99% → 99.5%                             │</a:t>
            </a:r>
            <a:br/>
            <a:r>
              <a:t>│  SLT:  97% → 99%                               │</a:t>
            </a:r>
            <a:br/>
            <a:r>
              <a:t>│  ELC:  95.54% → 98.51%                         │</a:t>
            </a:r>
            <a:br/>
            <a:r>
              <a:t>│                                                 │</a:t>
            </a:r>
            <a:br/>
            <a:r>
              <a:t>│  TROUBLESHOOTING:                               │</a:t>
            </a:r>
            <a:br/>
            <a:r>
              <a:t>│  No targets? → Select single config            │</a:t>
            </a:r>
            <a:br/>
            <a:r>
              <a:t>└─────────────────────────────────────────────────┘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