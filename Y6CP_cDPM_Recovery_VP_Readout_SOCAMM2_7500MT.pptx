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Y6CP cDPM Recovery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SOCAMM2 7500MT | WW202608-17 (10 Weeks)</a:t>
            </a:r>
            <a:br/>
            <a:r>
              <a:t>HMB1 &amp; QMON Steps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0000"/>
                </a:solidFill>
              </a:defRPr>
            </a:pPr>
            <a:r>
              <a:t>Key Findings (SOCAMM2 7500MT, 10-Week Cumulative):</a:t>
            </a:r>
            <a:br/>
            <a:br/>
            <a:r>
              <a:t>HMB1 Step:</a:t>
            </a:r>
            <a:br/>
            <a:r>
              <a:t>• 1st Pass Yield: 98.71% → Final Pass: 98.63%</a:t>
            </a:r>
            <a:br/>
            <a:r>
              <a:t>• Total cDPM: 264.8 → Customer-Facing: 97.7 DPM</a:t>
            </a:r>
            <a:br/>
            <a:r>
              <a:t>• Recovery: 167.2 DPM (63.1%)</a:t>
            </a:r>
            <a:br/>
            <a:br/>
            <a:r>
              <a:t>QMON Step:</a:t>
            </a:r>
            <a:br/>
            <a:r>
              <a:t>• 1st Pass Yield: 98.88% → Final Pass: 98.83%</a:t>
            </a:r>
            <a:br/>
            <a:r>
              <a:t>• Total cDPM: 191.2 → Customer-Facing: 59.4 DPM</a:t>
            </a:r>
            <a:br/>
            <a:r>
              <a:t>• Recovery: 131.8 DPM (68.9%)</a:t>
            </a:r>
            <a:br/>
            <a:br/>
            <a:r>
              <a:t>Combined SLT (HMB1 × QMON):</a:t>
            </a:r>
            <a:br/>
            <a:r>
              <a:t>• Total cDPM: 456.0</a:t>
            </a:r>
            <a:br/>
            <a:r>
              <a:t>• Total Recovered: 298.9 DPM</a:t>
            </a:r>
            <a:br/>
            <a:r>
              <a:t>• Customer-Facing: 157.1 DPM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MFG Yield: 1st Pass vs Final Pass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72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1st Pass UIN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1st Pass Yield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Final Pass UIN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Final Pass Yield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Retest Gain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HMB1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37,118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98.71%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32,016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98.63%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-0.08%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QMON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27,128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25,450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-0.05%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926080"/>
            <a:ext cx="112772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Key Notes:</a:t>
            </a:r>
            <a:br/>
            <a:r>
              <a:t>• 1st Pass (-n): No retest, no imesh - raw first-time pass yield</a:t>
            </a:r>
            <a:br/>
            <a:r>
              <a:t>• Final Pass (-n -r +imesh): With retest and imesh overlay - actual shipping yield</a:t>
            </a:r>
            <a:br/>
            <a:r>
              <a:t>• Retest Gain shows the yield improvement from retest program</a:t>
            </a:r>
            <a:br/>
            <a:r>
              <a:t>• UIN difference: imesh excludes modules already passing at earlier steps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cDPM by FAILCRAWLER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HMB1 (Total: 264.8 DPM)</a:t>
            </a:r>
            <a:br/>
            <a:r>
              <a:t>• MULTI_BANK_MULTI_DQ: 98.0 DPM</a:t>
            </a:r>
            <a:br/>
            <a:r>
              <a:t>• SINGLE_BURST_SINGLE_ROW: 46.3 DPM</a:t>
            </a:r>
            <a:br/>
            <a:r>
              <a:t>• HGDC: 41.6 DPM</a:t>
            </a:r>
            <a:br/>
            <a:r>
              <a:t>• HANG: 15.9 DPM</a:t>
            </a:r>
            <a:br/>
            <a:r>
              <a:t>• SYS_EVEN_BURST_BIT: 12.8 DPM</a:t>
            </a:r>
            <a:br/>
            <a:r>
              <a:t>• MULTI_HALFBANK_SINGLE_DQ: 8.7 DPM</a:t>
            </a:r>
            <a:br/>
            <a:r>
              <a:t>• UNKNOWN: 7.4 DPM</a:t>
            </a:r>
            <a:br/>
            <a:r>
              <a:t>• MULTI_HALFBANK_MULTI_DQ: 6.2 DPM</a:t>
            </a:r>
            <a:br/>
            <a:r>
              <a:t>• SB: 4.8 DPM</a:t>
            </a:r>
            <a:br/>
            <a:r>
              <a:t>• DB: 4.6 DPM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QMON (Total: 191.2 DPM)</a:t>
            </a:r>
            <a:br/>
            <a:r>
              <a:t>• MULTI_BANK_MULTI_DQ: 105.5 DPM</a:t>
            </a:r>
            <a:br/>
            <a:r>
              <a:t>• SINGLE_BURST_SINGLE_ROW: 25.3 DPM</a:t>
            </a:r>
            <a:br/>
            <a:r>
              <a:t>• HGDC: 7.6 DPM</a:t>
            </a:r>
            <a:br/>
            <a:r>
              <a:t>• SYS_EVEN_BURST_BIT: 6.9 DPM</a:t>
            </a:r>
            <a:br/>
            <a:r>
              <a:t>• ROW: 6.1 DPM</a:t>
            </a:r>
            <a:br/>
            <a:r>
              <a:t>• DB: 6.0 DPM</a:t>
            </a:r>
            <a:br/>
            <a:r>
              <a:t>• MULTI_HALFBANK_SINGLE_DQ: 5.0 DPM</a:t>
            </a:r>
            <a:br/>
            <a:r>
              <a:t>• MULTI_HALFBANK_MULTI_DQ: 4.7 DPM</a:t>
            </a:r>
            <a:br/>
            <a:r>
              <a:t>• SYS_ODD_BURST_BIT: 4.0 DPM</a:t>
            </a:r>
            <a:br/>
            <a:r>
              <a:t>• SB: 3.9 DPM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Recovery Type Assignments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Recovery Type Mapping:</a:t>
            </a:r>
            <a:br/>
            <a:br/>
            <a:r>
              <a:t>BIOS 100% Recovery (Full recovery projected):</a:t>
            </a:r>
            <a:br/>
            <a:r>
              <a:t>• MULTI_BANK_MULTI_DQ - Multi-bank failures recoverable via BIOS parameters</a:t>
            </a:r>
            <a:br/>
            <a:br/>
            <a:r>
              <a:t>BIOS 50% Recovery (Partial recovery projected):</a:t>
            </a:r>
            <a:br/>
            <a:r>
              <a:t>• SINGLE_BURST_SINGLE_ROW, HGDC, SYS_EVEN_BURST_BIT, SYS_ODD_BURST_BIT</a:t>
            </a:r>
            <a:br/>
            <a:r>
              <a:t>• MULTI_BANK_2ROW, SECTION_FAIL_PERIPH, SECTION_TWO_ROW</a:t>
            </a:r>
            <a:br/>
            <a:br/>
            <a:r>
              <a:t>HW+SOP 100% Recovery (Hardware/SOP fixes):</a:t>
            </a:r>
            <a:br/>
            <a:r>
              <a:t>• HANG - System hang recoverable via hardware/SOP improvements</a:t>
            </a:r>
            <a:br/>
            <a:br/>
            <a:r>
              <a:t>RPx 0% Recovery (Verified - No false fails found):</a:t>
            </a:r>
            <a:br/>
            <a:r>
              <a:t>• MULTI_HALFBANK_SINGLE_DQ, MULTI_HALFBANK_MULTI_DQ, ROW</a:t>
            </a:r>
            <a:br/>
            <a:r>
              <a:t>• MULTI_BANK_SINGLE_DQ, ROW_LOCAL, ROW_LOCAL_SWL_ARM</a:t>
            </a:r>
            <a:br/>
            <a:r>
              <a:t>• Note: RPx script verified 0% false fail rate</a:t>
            </a:r>
            <a:br/>
            <a:br/>
            <a:r>
              <a:t>No Recovery (True failures):</a:t>
            </a:r>
            <a:br/>
            <a:r>
              <a:t>• SB, DB, UNKNOWN, BOOT, SB_MODSYS, SINGLE_BANK</a:t>
            </a:r>
            <a:br/>
            <a:r>
              <a:t>• GLOBAL_COLUMN_SELECT, DB_SAMEROW, COL_FUSE</a:t>
            </a:r>
            <a:br/>
            <a:br/>
            <a:r>
              <a:t>Special Note for ROW MSN_STATUS:</a:t>
            </a:r>
            <a:br/>
            <a:r>
              <a:t>• ROW failures do NOT get BIOS recovery patterns</a:t>
            </a:r>
            <a:br/>
            <a:r>
              <a:t>• Only RPx screening can recover ROW failures (verified 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Recovery Summary by Step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18872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Recovery 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HMB1 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QMON 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BIOS 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105.5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203.5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BIOS 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53.2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78.8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HW+SOP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16.6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RPx (Verified)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Total Recovered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167.2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131.8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298.9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No 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36.2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Customer-Facing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97.7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59.4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157.1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DPM Waterfall: Total → Customer-Facing (Combined SLT)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97280" cy="3200400"/>
          </a:xfrm>
          <a:prstGeom prst="rect">
            <a:avLst/>
          </a:prstGeom>
          <a:solidFill>
            <a:srgbClr val="FF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/>
            </a:pPr>
            <a:r>
              <a:t>456.0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/>
            </a:pPr>
            <a:r>
              <a:t>Total</a:t>
            </a:r>
            <a:br/>
            <a:r>
              <a:t>cDPM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600951"/>
            <a:ext cx="1097280" cy="1428248"/>
          </a:xfrm>
          <a:prstGeom prst="rect">
            <a:avLst/>
          </a:prstGeom>
          <a:solidFill>
            <a:srgbClr val="90E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326631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/>
            </a:pPr>
            <a:r>
              <a:t>-203.5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512064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/>
            </a:pPr>
            <a:r>
              <a:t>BIOS</a:t>
            </a:r>
            <a:br/>
            <a:r>
              <a:t>100%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4475797"/>
            <a:ext cx="1097280" cy="553402"/>
          </a:xfrm>
          <a:prstGeom prst="rect">
            <a:avLst/>
          </a:prstGeom>
          <a:solidFill>
            <a:srgbClr val="90E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4201477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/>
            </a:pPr>
            <a:r>
              <a:t>-78.8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12064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/>
            </a:pPr>
            <a:r>
              <a:t>BIOS</a:t>
            </a:r>
            <a:br/>
            <a:r>
              <a:t>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912694"/>
            <a:ext cx="1097280" cy="116505"/>
          </a:xfrm>
          <a:prstGeom prst="rect">
            <a:avLst/>
          </a:prstGeom>
          <a:solidFill>
            <a:srgbClr val="90E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4638374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/>
            </a:pPr>
            <a:r>
              <a:t>-16.6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512064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/>
            </a:pPr>
            <a:r>
              <a:t>HW</a:t>
            </a:r>
            <a:br/>
            <a:r>
              <a:t>+SOP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5028498"/>
            <a:ext cx="1097280" cy="701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5417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/>
            </a:pPr>
            <a:r>
              <a:t>0.0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12064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/>
            </a:pPr>
            <a:r>
              <a:t>RPx</a:t>
            </a:r>
            <a:br/>
            <a:r>
              <a:t>(0%)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3926956"/>
            <a:ext cx="1097280" cy="1102243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652636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/>
            </a:pPr>
            <a:r>
              <a:t>157.1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12064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/>
            </a:pPr>
            <a:r>
              <a:t>Customer</a:t>
            </a:r>
            <a:br/>
            <a:r>
              <a:t>Facing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029200"/>
            <a:ext cx="10058400" cy="18288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MFG → ENG Bridge: Yield to Customer DPM (Combined SLT)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latin typeface="Consolas"/>
              </a:defRPr>
            </a:pPr>
            <a:r>
              <a:t>Manufacturing (MFG) View:</a:t>
            </a:r>
            <a:br/>
            <a:r>
              <a:t>━━━━━━━━━━━━━━━━━━━━━━━━━</a:t>
            </a:r>
            <a:br/>
            <a:r>
              <a:t>• HMB1 1st Pass: 37,118 UIN → 98.71% Yield</a:t>
            </a:r>
            <a:br/>
            <a:r>
              <a:t>• QMON 1st Pass: 27,128 UIN → 98.88% Yield</a:t>
            </a:r>
            <a:br/>
            <a:br/>
            <a:r>
              <a:t>Retest Recovery (imesh):</a:t>
            </a:r>
            <a:br/>
            <a:r>
              <a:t>━━━━━━━━━━━━━━━━━━━━━━━━━</a:t>
            </a:r>
            <a:br/>
            <a:r>
              <a:t>• HMB1 Final: 32,016 UIN → 98.63% Yield</a:t>
            </a:r>
            <a:br/>
            <a:r>
              <a:t>• QMON Final: 25,450 UIN → 98.83% Yield</a:t>
            </a:r>
            <a:br/>
            <a:br/>
            <a:r>
              <a:t>Engineering (ENG) View - cDPM Analysis:</a:t>
            </a:r>
            <a:br/>
            <a:r>
              <a:t>━━━━━━━━━━━━━━━━━━━━━━━━━━━━━━━━━━━━</a:t>
            </a:r>
            <a:br/>
            <a:r>
              <a:t>• Combined Total cDPM: 456.0</a:t>
            </a:r>
            <a:br/>
            <a:r>
              <a:t>  └── BIOS 100% Recovery: -203.5 DPM</a:t>
            </a:r>
            <a:br/>
            <a:r>
              <a:t>  └── BIOS 50% Recovery: -78.8 DPM</a:t>
            </a:r>
            <a:br/>
            <a:r>
              <a:t>  └── HW+SOP Recovery: -16.6 DPM</a:t>
            </a:r>
            <a:br/>
            <a:r>
              <a:t>  └── RPx Recovery: -0.0 DPM (Verified 0%)</a:t>
            </a:r>
            <a:br/>
            <a:r>
              <a:t>  ════════════════════════════════</a:t>
            </a:r>
            <a:br/>
            <a:r>
              <a:t>  = Customer-Facing: 157.1 DPM</a:t>
            </a:r>
            <a:br/>
            <a:br/>
            <a:r>
              <a:t>Bridge Summary:</a:t>
            </a:r>
            <a:br/>
            <a:r>
              <a:t>━━━━━━━━━━━━━━━</a:t>
            </a:r>
            <a:br/>
            <a:r>
              <a:t>MFG sees: ~98.8% Yield (shipping modules)</a:t>
            </a:r>
            <a:br/>
            <a:r>
              <a:t>ENG sees: 157.1 DPM risk to customer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DPM Calculation Methodology (Kevin Roos Method)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Formula:</a:t>
            </a:r>
            <a:br/>
            <a:r>
              <a:t>══════════</a:t>
            </a:r>
            <a:br/>
            <a:r>
              <a:t>        Unique Failing MSNs</a:t>
            </a:r>
            <a:br/>
            <a:r>
              <a:t>DPM = ─────────────────────── × 1,000,000</a:t>
            </a:r>
            <a:br/>
            <a:r>
              <a:t>          Total FID UIN</a:t>
            </a:r>
            <a:br/>
            <a:br/>
            <a:r>
              <a:t>Key Points:</a:t>
            </a:r>
            <a:br/>
            <a:r>
              <a:t>• Numerator: Count of unique module serial numbers (MSNs) with failures</a:t>
            </a:r>
            <a:br/>
            <a:r>
              <a:t>  - Each module counted ONCE regardless of how many components failed</a:t>
            </a:r>
            <a:br/>
            <a:r>
              <a:t>• Denominator: Total FID UIN (component unit-in) from +fidag</a:t>
            </a:r>
            <a:br/>
            <a:r>
              <a:t>  - Represents total component population tested</a:t>
            </a:r>
            <a:br/>
            <a:br/>
            <a:r>
              <a:t>Why This Method:</a:t>
            </a:r>
            <a:br/>
            <a:r>
              <a:t>• Provides component-level perspective for DRAM quality</a:t>
            </a:r>
            <a:br/>
            <a:r>
              <a:t>• Aligns with customer experience (one bad module = one return)</a:t>
            </a:r>
            <a:br/>
            <a:r>
              <a:t>• Enables meaningful comparison across different test steps</a:t>
            </a:r>
            <a:br/>
            <a:br/>
            <a:r>
              <a:t>Verification:</a:t>
            </a:r>
            <a:br/>
            <a:r>
              <a:t>• HMB1: 500 unique failing MSNs / 1,881,631 FID UIN × 1M = 265.7 DPM</a:t>
            </a:r>
            <a:br/>
            <a:r>
              <a:t>• QMON: 292 unique failing MSNs / 1,527,576 FID UIN × 1M = 191.2 DPM</a:t>
            </a:r>
            <a:br/>
            <a:r>
              <a:t>• Values match mtsums +fm +fc output (264.8 and 191.2 DPM)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Appendix: Data Sources &amp;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116128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latin typeface="Consolas"/>
              </a:defRPr>
            </a:pPr>
            <a:r>
              <a:t>Data Collection Commands:</a:t>
            </a:r>
            <a:br/>
            <a:br/>
            <a:r>
              <a:t>1st Pass Yield (no retest):</a:t>
            </a:r>
            <a:br/>
            <a:r>
              <a:t>frptx +regwidth +% +# -test_facility=all -dbase=y6cp +% +module -xf +# -sort=// \</a:t>
            </a:r>
            <a:br/>
            <a:r>
              <a:t>    -myquick=/MFG_WORKWEEK,DESIGN_ID,MODULE_FORM_FACTOR,MODULE_SPEED,MODULE_DENSITY/ \</a:t>
            </a:r>
            <a:br/>
            <a:r>
              <a:t>    +quick=/myquick,step/ +echo -bin=hard -step={step} -eng_summary=N/A \</a:t>
            </a:r>
            <a:br/>
            <a:r>
              <a:t>    -module_speed=7500MT -standard_flow=YES -module_form_factor=socamm2 \</a:t>
            </a:r>
            <a:br/>
            <a:r>
              <a:t>    -mfg_workweek=202608,202609,...,202617 -n -nonshippable=N/A +debug -top5</a:t>
            </a:r>
            <a:br/>
            <a:br/>
            <a:r>
              <a:t>Final Pass Yield (with retest + imesh):</a:t>
            </a:r>
            <a:br/>
            <a:r>
              <a:t>... same as above ... -n +imesh -r ...</a:t>
            </a:r>
            <a:br/>
            <a:br/>
            <a:r>
              <a:t>cDPM Data:</a:t>
            </a:r>
            <a:br/>
            <a:r>
              <a:t>mtsums -dbase=y6cp -step={step} -module_form_factor=socamm2 -module_speed=7500MTPS \</a:t>
            </a:r>
            <a:br/>
            <a:r>
              <a:t>    -mfg_workweek=202608,...,202617 +stdf +fm +fc</a:t>
            </a:r>
            <a:br/>
            <a:br/>
            <a:r>
              <a:t>MSN_STATUS Breakdown:</a:t>
            </a:r>
            <a:br/>
            <a:r>
              <a:t>mtsums ... +msnag</a:t>
            </a:r>
            <a:br/>
            <a:br/>
            <a:r>
              <a:t>FAILCRAWLER Correlation:</a:t>
            </a:r>
            <a:br/>
            <a:r>
              <a:t>mtsums ... +msnag -format=/msn_status,failcrawler/</a:t>
            </a:r>
            <a:br/>
            <a:br/>
            <a:r>
              <a:t>RPx Verification:</a:t>
            </a:r>
            <a:br/>
            <a:r>
              <a:t>/home/nmewes/Y6CP_FA/socamm_false_miscompare.py --sums {slash_paths}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