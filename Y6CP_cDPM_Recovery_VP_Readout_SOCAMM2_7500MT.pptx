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Y6CP cDPM Recovery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SOCAMM2 7500MT | WW202608-17 (10 Weeks)</a:t>
            </a:r>
            <a:br/>
            <a:r>
              <a:t>HMB1 &amp; QMON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Key Findings (SOCAMM2 7500MT, 10-Week Cumulative):</a:t>
            </a:r>
            <a:br/>
            <a:br/>
            <a:r>
              <a:t>HMB1 Step:</a:t>
            </a:r>
            <a:br/>
            <a:r>
              <a:t>• Yield: 98.32% (29,788 modules tested)</a:t>
            </a:r>
            <a:br/>
            <a:r>
              <a:t>• Total cDPM: 265.7 → Customer-Facing: 98.6 DPM</a:t>
            </a:r>
            <a:br/>
            <a:r>
              <a:t>• Recovery: 167.2 DPM (63% recoverable)</a:t>
            </a:r>
            <a:br/>
            <a:br/>
            <a:r>
              <a:t>QMON Step:</a:t>
            </a:r>
            <a:br/>
            <a:r>
              <a:t>• Yield: 98.79% (24,126 modules tested)</a:t>
            </a:r>
            <a:br/>
            <a:r>
              <a:t>• Total cDPM: 191.2 → Customer-Facing: 59.4 DPM</a:t>
            </a:r>
            <a:br/>
            <a:r>
              <a:t>• Recovery: 131.8 DPM (69% recoverable)</a:t>
            </a:r>
            <a:br/>
            <a:br/>
            <a:r>
              <a:t>Combined SLT (HMB1 × QMON):</a:t>
            </a:r>
            <a:br/>
            <a:r>
              <a:t>• Combined Yield: 97.13%</a:t>
            </a:r>
            <a:br/>
            <a:r>
              <a:t>• Total cDPM: 456.9 → Customer-Facing: 157.9 DPM</a:t>
            </a:r>
            <a:br/>
            <a:r>
              <a:t>• Total Recoverable: 298.9 DPM (65%)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MFG vs ENG View: Bridging the Communication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18872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HMB1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QMON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Combined SLT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MFG View (Yield %)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98.32%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98.79%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97.13%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Modules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29,788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24,126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Modules 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792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ENG View (cDPM)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265.7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191.2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456.9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Recoverable DPM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298.9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Customer-Facing DPM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98.6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59.4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157.9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Message:</a:t>
            </a:r>
            <a:br/>
            <a:r>
              <a:t>MFG sees 97.1% yield (meeting shipping targets), but ENG sees 456.9 cDPM total risk.</a:t>
            </a:r>
            <a:br/>
            <a:r>
              <a:t>Through BIOS/HW+SOP recovery mechanisms, we reduce customer-facing risk to 157.9 cDPM.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DPM Calculation: Kevin Roos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Formula:</a:t>
            </a:r>
            <a:br/>
            <a:r>
              <a:t>                    Unique Failing MSNs</a:t>
            </a:r>
            <a:br/>
            <a:r>
              <a:t>        cDPM = ─────────────────────────── × 1,000,000</a:t>
            </a:r>
            <a:br/>
            <a:r>
              <a:t>                      Total FID UIN</a:t>
            </a:r>
            <a:br/>
            <a:br/>
            <a:r>
              <a:t>Calculation:</a:t>
            </a:r>
            <a:br/>
            <a:br/>
            <a:r>
              <a:t>HMB1:</a:t>
            </a:r>
            <a:br/>
            <a:r>
              <a:t>    cDPM = 500 unique failing modules / 1,881,631 total FIDs × 1,000,000</a:t>
            </a:r>
            <a:br/>
            <a:r>
              <a:t>         = 265.73 DPM</a:t>
            </a:r>
            <a:br/>
            <a:br/>
            <a:r>
              <a:t>QMON:</a:t>
            </a:r>
            <a:br/>
            <a:r>
              <a:t>    cDPM = 292 unique failing modules / 1,527,576 total FIDs × 1,000,000</a:t>
            </a:r>
            <a:br/>
            <a:r>
              <a:t>         = 191.15 DPM</a:t>
            </a:r>
            <a:br/>
            <a:br/>
            <a:r>
              <a:t>Key Points:</a:t>
            </a:r>
            <a:br/>
            <a:r>
              <a:t>• Numerator: Count of unique MSNs (modules) with failures - each module counted ONCE</a:t>
            </a:r>
            <a:br/>
            <a:r>
              <a:t>• Denominator: Total FID UIN (component population) from mtsums +fidag</a:t>
            </a:r>
            <a:br/>
            <a:r>
              <a:t>• This gives component-level perspective while counting module-level failures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Top FAILCRAWLER Categories by DPM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HMB1 (Total: 265.7 DPM)</a:t>
            </a:r>
            <a:br/>
            <a:r>
              <a:t>───────────────────────────────────</a:t>
            </a:r>
            <a:br/>
            <a:r>
              <a:t>• MULTI_BANK_MULTI_DQ: 98.0 DPM (37%)</a:t>
            </a:r>
            <a:br/>
            <a:r>
              <a:t>• SINGLE_BURST_SINGLE_ROW: 46.3 DPM (17%)</a:t>
            </a:r>
            <a:br/>
            <a:r>
              <a:t>• HGDC: 41.6 DPM (16%)</a:t>
            </a:r>
            <a:br/>
            <a:r>
              <a:t>• HANG: 15.9 DPM (6%)</a:t>
            </a:r>
            <a:br/>
            <a:r>
              <a:t>• SYS_EVEN_BURST_BIT: 12.8 DPM (5%)</a:t>
            </a:r>
            <a:br/>
            <a:r>
              <a:t>• MULTI_HALFBANK_SINGLE_DQ: 8.7 DPM (3%)</a:t>
            </a:r>
            <a:br/>
            <a:r>
              <a:t>• UNKNOWN: 7.4 DPM (3%)</a:t>
            </a:r>
            <a:br/>
            <a:r>
              <a:t>• MULTI_HALFBANK_MULTI_DQ: 6.2 DPM (2%)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QMON (Total: 191.2 DPM)</a:t>
            </a:r>
            <a:br/>
            <a:r>
              <a:t>───────────────────────────────────</a:t>
            </a:r>
            <a:br/>
            <a:r>
              <a:t>• MULTI_BANK_MULTI_DQ: 105.5 DPM (55%)</a:t>
            </a:r>
            <a:br/>
            <a:r>
              <a:t>• SINGLE_BURST_SINGLE_ROW: 25.3 DPM (13%)</a:t>
            </a:r>
            <a:br/>
            <a:r>
              <a:t>• HGDC: 7.6 DPM (4%)</a:t>
            </a:r>
            <a:br/>
            <a:r>
              <a:t>• SYS_EVEN_BURST_BIT: 6.9 DPM (4%)</a:t>
            </a:r>
            <a:br/>
            <a:r>
              <a:t>• ROW: 6.1 DPM (3%)</a:t>
            </a:r>
            <a:br/>
            <a:r>
              <a:t>• DB: 6.0 DPM (3%)</a:t>
            </a:r>
            <a:br/>
            <a:r>
              <a:t>• MULTI_HALFBANK_SINGLE_DQ: 5.0 DPM (3%)</a:t>
            </a:r>
            <a:br/>
            <a:r>
              <a:t>• MULTI_HALFBANK_MULTI_DQ: 4.7 DPM (2%)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Recovery Type 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16128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Recovery Mechanism Mapping:</a:t>
            </a:r>
            <a:br/>
            <a:br/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BIOS 100% Recovery (Full recovery projected)                            │</a:t>
            </a:r>
            <a:br/>
            <a:r>
              <a:t>│   • MULTI_BANK_MULTI_DQ - Multi-bank failures recoverable via BIOS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BIOS 50% Recovery (Partial recovery projected)                          │</a:t>
            </a:r>
            <a:br/>
            <a:r>
              <a:t>│   • SINGLE_BURST_SINGLE_ROW, HGDC, SYS_EVEN_BURST_BIT                   │</a:t>
            </a:r>
            <a:br/>
            <a:r>
              <a:t>│   • SYS_ODD_BURST_BIT, MULTI_BANK_2ROW, SECTION_FAIL_PERIPH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HW+SOP 100% Recovery (Hardware/SOP fixes)                               │</a:t>
            </a:r>
            <a:br/>
            <a:r>
              <a:t>│   • HANG - System hang recoverable via hardware/SOP improvements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RPx 0% Recovery (Verified - No false fails found)                       │</a:t>
            </a:r>
            <a:br/>
            <a:r>
              <a:t>│   • MULTI_HALFBANK_*, ROW, ROW_LOCAL, MULTI_BANK_SINGLE_DQ              │</a:t>
            </a:r>
            <a:br/>
            <a:r>
              <a:t>│   • Note: socamm_false_miscompare.py verified 0% false fail rate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No Recovery (True failures - customer-facing)                           │</a:t>
            </a:r>
            <a:br/>
            <a:r>
              <a:t>│   • SB, DB, UNKNOWN, BOOT, SB_MODSYS, SINGLE_BANK, COL_FUSE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Note: ROW MSN_STATUS does NOT get BIOS recovery - only RPx can recover ROW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Recovery Summary by Step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Recovery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HMB1 DPM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QMON DPM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BIOS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BIOS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HW+SOP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RPx (Verified)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Total Recovered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167.2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131.8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298.9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No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Customer-Facing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98.6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59.4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157.9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79" y="1787236"/>
            <a:ext cx="1005840" cy="41563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79" y="146719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456.9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79" y="6035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Total cDPM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39" y="1787236"/>
            <a:ext cx="1005840" cy="1851295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39" y="2575724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-203.5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39" y="6035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BIOS 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8999" y="3638532"/>
            <a:ext cx="1005840" cy="71732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8999" y="38600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-78.8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9" y="6035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BIOS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4355852"/>
            <a:ext cx="1005840" cy="151014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4294199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-16.6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6035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HW+SOP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4506867"/>
            <a:ext cx="1005840" cy="457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392567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6035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RPx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4506867"/>
            <a:ext cx="1005840" cy="14367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186827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157.9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6035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Customer Facing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79" y="3638532"/>
            <a:ext cx="274320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4355852"/>
            <a:ext cx="274320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4506867"/>
            <a:ext cx="274320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1463040"/>
            <a:ext cx="228600" cy="182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44475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Total cDPM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783080"/>
            <a:ext cx="228600" cy="18288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176479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Recovery (Decrease)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103120"/>
            <a:ext cx="228600" cy="1828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084831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Customer-Facing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0C0"/>
                </a:solidFill>
              </a:defRPr>
            </a:pPr>
            <a:r>
              <a:t>Total Recovery: 65.4% (298.9 DPM recovered)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Appendix: Data Sources &amp;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16128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Data Collection:</a:t>
            </a:r>
            <a:br/>
            <a:br/>
            <a:r>
              <a:t>1. Unique Failing MSNs (Numerator):</a:t>
            </a:r>
            <a:br/>
            <a:r>
              <a:t>   mtsums -dbase=y6cp -step={step} -module_form_factor=socamm2 \</a:t>
            </a:r>
            <a:br/>
            <a:r>
              <a:t>       -module_speed=7500MTPS -mfg_workweek=202608,...,202617 +stdf +msnag</a:t>
            </a:r>
            <a:br/>
            <a:br/>
            <a:r>
              <a:t>2. Total FID UIN (Denominator):</a:t>
            </a:r>
            <a:br/>
            <a:r>
              <a:t>   mtsums -dbase=y6cp -step={step} -module_form_factor=socamm2 \</a:t>
            </a:r>
            <a:br/>
            <a:r>
              <a:t>       -module_speed=7500MTPS -mfg_workweek=202608,...,202617 +stdf +fidag</a:t>
            </a:r>
            <a:br/>
            <a:br/>
            <a:r>
              <a:t>3. FAILCRAWLER Breakdown:</a:t>
            </a:r>
            <a:br/>
            <a:r>
              <a:t>   mtsums ... +stdf +fm +fc</a:t>
            </a:r>
            <a:br/>
            <a:br/>
            <a:r>
              <a:t>4. MSN_STATUS × FAILCRAWLER Correlation:</a:t>
            </a:r>
            <a:br/>
            <a:r>
              <a:t>   mtsums ... +stdf +msnag -format=/msn_status,failcrawler/</a:t>
            </a:r>
            <a:br/>
            <a:br/>
            <a:r>
              <a:t>5. RPx Verification:</a:t>
            </a:r>
            <a:br/>
            <a:r>
              <a:t>   /home/nmewes/Y6CP_FA/socamm_false_miscompare.py --sums {slash_paths}</a:t>
            </a:r>
            <a:br/>
            <a:r>
              <a:t>   Result: 0% false fail rate verified</a:t>
            </a:r>
            <a:br/>
            <a:br/>
            <a:r>
              <a:t>Data Scope:</a:t>
            </a:r>
            <a:br/>
            <a:r>
              <a:t>• Product: SOCAMM2 7500MTPS</a:t>
            </a:r>
            <a:br/>
            <a:r>
              <a:t>• Period: WW202608-202617 (10 weeks cumulative)</a:t>
            </a:r>
            <a:br/>
            <a:r>
              <a:t>• Steps: HMB1, QMON</a:t>
            </a:r>
            <a:br/>
            <a:r>
              <a:t>• Database: y6cp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