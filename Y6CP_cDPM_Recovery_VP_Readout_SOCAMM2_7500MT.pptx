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Y6CP cDPM Recovery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SOCAMM2 7500MT | WW202608-17 (10 Weeks)</a:t>
            </a:r>
            <a:br/>
            <a:r>
              <a:t>HMB1 &amp; QMON Steps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Key Findings (SOCAMM2 7500MT, 10-Week Cumulative):</a:t>
            </a:r>
            <a:br/>
            <a:br/>
            <a:r>
              <a:t>HMB1 Step:</a:t>
            </a:r>
            <a:br/>
            <a:r>
              <a:t>• Yield: 98.32% (29,788 modules tested)</a:t>
            </a:r>
            <a:br/>
            <a:r>
              <a:t>• Total cDPM: 265.7 → Customer-Facing: 98.6 DPM</a:t>
            </a:r>
            <a:br/>
            <a:r>
              <a:t>• Recovery: 167.2 DPM (63% recoverable)</a:t>
            </a:r>
            <a:br/>
            <a:br/>
            <a:r>
              <a:t>QMON Step:</a:t>
            </a:r>
            <a:br/>
            <a:r>
              <a:t>• Yield: 98.79% (24,126 modules tested)</a:t>
            </a:r>
            <a:br/>
            <a:r>
              <a:t>• Total cDPM: 191.2 → Customer-Facing: 59.4 DPM</a:t>
            </a:r>
            <a:br/>
            <a:r>
              <a:t>• Recovery: 131.8 DPM (69% recoverable)</a:t>
            </a:r>
            <a:br/>
            <a:br/>
            <a:r>
              <a:t>Combined SLT (HMB1 × QMON):</a:t>
            </a:r>
            <a:br/>
            <a:r>
              <a:t>• Combined Yield: 97.13%</a:t>
            </a:r>
            <a:br/>
            <a:r>
              <a:t>• Total cDPM: 456.9 → Customer-Facing: 157.9 DPM</a:t>
            </a:r>
            <a:br/>
            <a:r>
              <a:t>• Total Recoverable: 298.9 DPM (65%)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MFG vs ENG View: Bridging the Communication Gap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188720"/>
          <a:ext cx="9144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HMB1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QMON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Combined SLT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MFG View (Yield %)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98.32%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98.79%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97.13%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Modules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29,788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24,126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Modules Failed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792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ENG View (cDPM)</a:t>
                      </a:r>
                    </a:p>
                  </a:txBody>
                  <a:tcPr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265.7</a:t>
                      </a:r>
                    </a:p>
                  </a:txBody>
                  <a:tcPr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191.2</a:t>
                      </a:r>
                    </a:p>
                  </a:txBody>
                  <a:tcPr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456.9</a:t>
                      </a:r>
                    </a:p>
                  </a:txBody>
                  <a:tcPr>
                    <a:solidFill>
                      <a:srgbClr val="FFC7C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Recoverable DPM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167.2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131.8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298.9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Customer-Facing DPM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98.6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59.4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157.9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Key Message:</a:t>
            </a:r>
            <a:br/>
            <a:r>
              <a:t>MFG sees 97.1% yield (meeting shipping targets), but ENG sees 456.9 cDPM total risk.</a:t>
            </a:r>
            <a:br/>
            <a:r>
              <a:t>Through BIOS/HW+SOP recovery mechanisms, we reduce customer-facing risk to 157.9 cDPM.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DPM Calculation: Kevin Roos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latin typeface="Consolas"/>
              </a:defRPr>
            </a:pPr>
            <a:r>
              <a:t>Formula:</a:t>
            </a:r>
            <a:br/>
            <a:r>
              <a:t>                    Unique Failing MSNs</a:t>
            </a:r>
            <a:br/>
            <a:r>
              <a:t>        cDPM = ─────────────────────────── × 1,000,000</a:t>
            </a:r>
            <a:br/>
            <a:r>
              <a:t>                      Total FID UIN</a:t>
            </a:r>
            <a:br/>
            <a:br/>
            <a:r>
              <a:t>Calculation:</a:t>
            </a:r>
            <a:br/>
            <a:br/>
            <a:r>
              <a:t>HMB1:</a:t>
            </a:r>
            <a:br/>
            <a:r>
              <a:t>    cDPM = 500 unique failing modules / 1,881,631 total FIDs × 1,000,000</a:t>
            </a:r>
            <a:br/>
            <a:r>
              <a:t>         = 265.73 DPM</a:t>
            </a:r>
            <a:br/>
            <a:br/>
            <a:r>
              <a:t>QMON:</a:t>
            </a:r>
            <a:br/>
            <a:r>
              <a:t>    cDPM = 292 unique failing modules / 1,527,576 total FIDs × 1,000,000</a:t>
            </a:r>
            <a:br/>
            <a:r>
              <a:t>         = 191.15 DPM</a:t>
            </a:r>
            <a:br/>
            <a:br/>
            <a:r>
              <a:t>Key Points:</a:t>
            </a:r>
            <a:br/>
            <a:r>
              <a:t>• Numerator: Count of unique MSNs (modules) with failures - each module counted ONCE</a:t>
            </a:r>
            <a:br/>
            <a:r>
              <a:t>• Denominator: Total FID UIN (component population) from mtsums +fidag</a:t>
            </a:r>
            <a:br/>
            <a:r>
              <a:t>• This gives component-level perspective while counting module-level failures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Top FAILCRAWLER Categories by DPM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HMB1 (Total: 265.7 DPM)</a:t>
            </a:r>
            <a:br/>
            <a:r>
              <a:t>───────────────────────────────────</a:t>
            </a:r>
            <a:br/>
            <a:r>
              <a:t>• MULTI_BANK_MULTI_DQ: 98.0 DPM (37%)</a:t>
            </a:r>
            <a:br/>
            <a:r>
              <a:t>• SINGLE_BURST_SINGLE_ROW: 46.3 DPM (17%)</a:t>
            </a:r>
            <a:br/>
            <a:r>
              <a:t>• HGDC: 41.6 DPM (16%)</a:t>
            </a:r>
            <a:br/>
            <a:r>
              <a:t>• HANG: 15.9 DPM (6%)</a:t>
            </a:r>
            <a:br/>
            <a:r>
              <a:t>• SYS_EVEN_BURST_BIT: 12.8 DPM (5%)</a:t>
            </a:r>
            <a:br/>
            <a:r>
              <a:t>• MULTI_HALFBANK_SINGLE_DQ: 8.7 DPM (3%)</a:t>
            </a:r>
            <a:br/>
            <a:r>
              <a:t>• UNKNOWN: 7.4 DPM (3%)</a:t>
            </a:r>
            <a:br/>
            <a:r>
              <a:t>• MULTI_HALFBANK_MULTI_DQ: 6.2 DPM (2%)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QMON (Total: 191.2 DPM)</a:t>
            </a:r>
            <a:br/>
            <a:r>
              <a:t>───────────────────────────────────</a:t>
            </a:r>
            <a:br/>
            <a:r>
              <a:t>• MULTI_BANK_MULTI_DQ: 105.5 DPM (55%)</a:t>
            </a:r>
            <a:br/>
            <a:r>
              <a:t>• SINGLE_BURST_SINGLE_ROW: 25.3 DPM (13%)</a:t>
            </a:r>
            <a:br/>
            <a:r>
              <a:t>• HGDC: 7.6 DPM (4%)</a:t>
            </a:r>
            <a:br/>
            <a:r>
              <a:t>• SYS_EVEN_BURST_BIT: 6.9 DPM (4%)</a:t>
            </a:r>
            <a:br/>
            <a:r>
              <a:t>• ROW: 6.1 DPM (3%)</a:t>
            </a:r>
            <a:br/>
            <a:r>
              <a:t>• DB: 6.0 DPM (3%)</a:t>
            </a:r>
            <a:br/>
            <a:r>
              <a:t>• MULTI_HALFBANK_SINGLE_DQ: 5.0 DPM (3%)</a:t>
            </a:r>
            <a:br/>
            <a:r>
              <a:t>• MULTI_HALFBANK_MULTI_DQ: 4.7 DPM (2%)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Recovery Type Assignments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116128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latin typeface="Consolas"/>
              </a:defRPr>
            </a:pPr>
            <a:r>
              <a:t>Recovery Mechanism Mapping:</a:t>
            </a:r>
            <a:br/>
            <a:br/>
            <a:r>
              <a:t>┌─────────────────────────────────────────────────────────────────────────┐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BIOS 100% Recovery (Full recovery projected)                            │</a:t>
            </a:r>
            <a:br/>
            <a:r>
              <a:t>│   • MULTI_BANK_MULTI_DQ - Multi-bank failures recoverable via BIOS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BIOS 50% Recovery (Partial recovery projected)                          │</a:t>
            </a:r>
            <a:br/>
            <a:r>
              <a:t>│   • SINGLE_BURST_SINGLE_ROW, HGDC, SYS_EVEN_BURST_BIT                   │</a:t>
            </a:r>
            <a:br/>
            <a:r>
              <a:t>│   • SYS_ODD_BURST_BIT, MULTI_BANK_2ROW, SECTION_FAIL_PERIPH       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HW+SOP 100% Recovery (Hardware/SOP fixes)                               │</a:t>
            </a:r>
            <a:br/>
            <a:r>
              <a:t>│   • HANG - System hang recoverable via hardware/SOP improvements  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RPx 0% Recovery (Verified - No false fails found)                       │</a:t>
            </a:r>
            <a:br/>
            <a:r>
              <a:t>│   • MULTI_HALFBANK_*, ROW, ROW_LOCAL, MULTI_BANK_SINGLE_DQ              │</a:t>
            </a:r>
            <a:br/>
            <a:r>
              <a:t>│   • Note: socamm_false_miscompare.py verified 0% false fail rate  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No Recovery (True failures - customer-facing)                           │</a:t>
            </a:r>
            <a:br/>
            <a:r>
              <a:t>│   • SB, DB, UNKNOWN, BOOT, SB_MODSYS, SINGLE_BANK, COL_FUSE             │</a:t>
            </a:r>
            <a:br/>
            <a:r>
              <a:t>└─────────────────────────────────────────────────────────────────────────┘</a:t>
            </a:r>
            <a:br/>
            <a:br/>
            <a:r>
              <a:t>Note: ROW MSN_STATUS does NOT get BIOS recovery - only RPx can recover ROW failures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Recovery Summary by Step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188720"/>
          <a:ext cx="10058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Recovery 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HMB1 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QMON 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BIOS 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105.5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203.5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BIOS 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53.2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HW+SOP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RPx (Verified)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Total Recovered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167.2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131.8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298.9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No 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72.2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Customer-Facing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98.6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59.4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157.9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DPM Waterfall: Total → Customer-Facing (Combined SLT)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39"/>
            <a:ext cx="1280160" cy="2926080"/>
          </a:xfrm>
          <a:prstGeom prst="rect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199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456.9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59"/>
            <a:ext cx="1463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/>
            </a:pPr>
            <a:r>
              <a:t>Total</a:t>
            </a:r>
            <a:br/>
            <a:r>
              <a:t>cDPM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3543007"/>
            <a:ext cx="1280160" cy="130331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0280" y="3222967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-203.5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4937759"/>
            <a:ext cx="1463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/>
            </a:pPr>
            <a:r>
              <a:t>BIOS</a:t>
            </a:r>
            <a:br/>
            <a:r>
              <a:t>100%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4341326"/>
            <a:ext cx="1280160" cy="50499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4021286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-78.8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9" y="4937759"/>
            <a:ext cx="1463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/>
            </a:pPr>
            <a:r>
              <a:t>BIOS</a:t>
            </a:r>
            <a:br/>
            <a:r>
              <a:t>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4740005"/>
            <a:ext cx="1280160" cy="106314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4419965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-16.6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4937759"/>
            <a:ext cx="1463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/>
            </a:pPr>
            <a:r>
              <a:t>HW</a:t>
            </a:r>
            <a:br/>
            <a:r>
              <a:t>+SOP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4754880"/>
            <a:ext cx="1280160" cy="9144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443484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0.0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937759"/>
            <a:ext cx="1463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/>
            </a:pPr>
            <a:r>
              <a:t>RPx</a:t>
            </a:r>
            <a:br/>
            <a:r>
              <a:t>(0%)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3834860"/>
            <a:ext cx="1280160" cy="101145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51482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157.9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4937759"/>
            <a:ext cx="1463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/>
            </a:pPr>
            <a:r>
              <a:t>Customer</a:t>
            </a:r>
            <a:br/>
            <a:r>
              <a:t>Facing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46320"/>
            <a:ext cx="10515600" cy="18288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10058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Recovery Rate: 65% (298.9 of 456.9 DPM)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Appendix: Data Sources &amp;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116128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latin typeface="Consolas"/>
              </a:defRPr>
            </a:pPr>
            <a:r>
              <a:t>Data Collection:</a:t>
            </a:r>
            <a:br/>
            <a:br/>
            <a:r>
              <a:t>1. Unique Failing MSNs (Numerator):</a:t>
            </a:r>
            <a:br/>
            <a:r>
              <a:t>   mtsums -dbase=y6cp -step={step} -module_form_factor=socamm2 \</a:t>
            </a:r>
            <a:br/>
            <a:r>
              <a:t>       -module_speed=7500MTPS -mfg_workweek=202608,...,202617 +stdf +msnag</a:t>
            </a:r>
            <a:br/>
            <a:br/>
            <a:r>
              <a:t>2. Total FID UIN (Denominator):</a:t>
            </a:r>
            <a:br/>
            <a:r>
              <a:t>   mtsums -dbase=y6cp -step={step} -module_form_factor=socamm2 \</a:t>
            </a:r>
            <a:br/>
            <a:r>
              <a:t>       -module_speed=7500MTPS -mfg_workweek=202608,...,202617 +stdf +fidag</a:t>
            </a:r>
            <a:br/>
            <a:br/>
            <a:r>
              <a:t>3. FAILCRAWLER Breakdown:</a:t>
            </a:r>
            <a:br/>
            <a:r>
              <a:t>   mtsums ... +stdf +fm +fc</a:t>
            </a:r>
            <a:br/>
            <a:br/>
            <a:r>
              <a:t>4. MSN_STATUS × FAILCRAWLER Correlation:</a:t>
            </a:r>
            <a:br/>
            <a:r>
              <a:t>   mtsums ... +stdf +msnag -format=/msn_status,failcrawler/</a:t>
            </a:r>
            <a:br/>
            <a:br/>
            <a:r>
              <a:t>5. RPx Verification:</a:t>
            </a:r>
            <a:br/>
            <a:r>
              <a:t>   /home/nmewes/Y6CP_FA/socamm_false_miscompare.py --sums {slash_paths}</a:t>
            </a:r>
            <a:br/>
            <a:r>
              <a:t>   Result: 0% false fail rate verified</a:t>
            </a:r>
            <a:br/>
            <a:br/>
            <a:r>
              <a:t>Data Scope:</a:t>
            </a:r>
            <a:br/>
            <a:r>
              <a:t>• Product: SOCAMM2 7500MTPS</a:t>
            </a:r>
            <a:br/>
            <a:r>
              <a:t>• Period: WW202608-202617 (10 weeks cumulative)</a:t>
            </a:r>
            <a:br/>
            <a:r>
              <a:t>• Steps: HMB1, QMON</a:t>
            </a:r>
            <a:br/>
            <a:r>
              <a:t>• Database: y6cp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