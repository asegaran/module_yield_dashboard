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445" r:id="rId5"/>
    <p:sldId id="498" r:id="rId6"/>
    <p:sldId id="499" r:id="rId7"/>
    <p:sldId id="500" r:id="rId8"/>
    <p:sldId id="501" r:id="rId9"/>
    <p:sldId id="502" r:id="rId10"/>
    <p:sldId id="503" r:id="rId11"/>
    <p:sldId id="263" r:id="rId12"/>
    <p:sldId id="505" r:id="rId13"/>
    <p:sldId id="504" r:id="rId14"/>
    <p:sldId id="48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4340C9-50FB-4E6E-B06B-ABA3BBC57E1C}" v="24" dt="2026-04-24T02:05:03.613"/>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8" autoAdjust="0"/>
    <p:restoredTop sz="96327" autoAdjust="0"/>
  </p:normalViewPr>
  <p:slideViewPr>
    <p:cSldViewPr snapToGrid="0" showGuides="1">
      <p:cViewPr varScale="1">
        <p:scale>
          <a:sx n="98" d="100"/>
          <a:sy n="98" d="100"/>
        </p:scale>
        <p:origin x="1074" y="312"/>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biramavali A/p Segaran" userId="d3611908-37b9-4d3d-b010-29dc29e0124f" providerId="ADAL" clId="{5527DCD7-A4D8-4CE8-97E6-C66CF3AA806E}"/>
    <pc:docChg chg="undo custSel addSld delSld modSld">
      <pc:chgData name="Abbiramavali A/p Segaran" userId="d3611908-37b9-4d3d-b010-29dc29e0124f" providerId="ADAL" clId="{5527DCD7-A4D8-4CE8-97E6-C66CF3AA806E}" dt="2026-04-24T04:13:48.735" v="136" actId="680"/>
      <pc:docMkLst>
        <pc:docMk/>
      </pc:docMkLst>
      <pc:sldChg chg="del">
        <pc:chgData name="Abbiramavali A/p Segaran" userId="d3611908-37b9-4d3d-b010-29dc29e0124f" providerId="ADAL" clId="{5527DCD7-A4D8-4CE8-97E6-C66CF3AA806E}" dt="2026-04-24T01:48:11.030" v="5" actId="47"/>
        <pc:sldMkLst>
          <pc:docMk/>
          <pc:sldMk cId="2637373549" sldId="256"/>
        </pc:sldMkLst>
      </pc:sldChg>
      <pc:sldChg chg="modSp add mod">
        <pc:chgData name="Abbiramavali A/p Segaran" userId="d3611908-37b9-4d3d-b010-29dc29e0124f" providerId="ADAL" clId="{5527DCD7-A4D8-4CE8-97E6-C66CF3AA806E}" dt="2026-04-24T02:04:19.862" v="60" actId="1076"/>
        <pc:sldMkLst>
          <pc:docMk/>
          <pc:sldMk cId="0" sldId="263"/>
        </pc:sldMkLst>
        <pc:spChg chg="mod">
          <ac:chgData name="Abbiramavali A/p Segaran" userId="d3611908-37b9-4d3d-b010-29dc29e0124f" providerId="ADAL" clId="{5527DCD7-A4D8-4CE8-97E6-C66CF3AA806E}" dt="2026-04-24T02:04:19.862" v="60" actId="1076"/>
          <ac:spMkLst>
            <pc:docMk/>
            <pc:sldMk cId="0" sldId="263"/>
            <ac:spMk id="29" creationId="{00000000-0000-0000-0000-000000000000}"/>
          </ac:spMkLst>
        </pc:spChg>
      </pc:sldChg>
      <pc:sldChg chg="del">
        <pc:chgData name="Abbiramavali A/p Segaran" userId="d3611908-37b9-4d3d-b010-29dc29e0124f" providerId="ADAL" clId="{5527DCD7-A4D8-4CE8-97E6-C66CF3AA806E}" dt="2026-04-24T02:05:15.921" v="65" actId="47"/>
        <pc:sldMkLst>
          <pc:docMk/>
          <pc:sldMk cId="3237689621" sldId="272"/>
        </pc:sldMkLst>
      </pc:sldChg>
      <pc:sldChg chg="del">
        <pc:chgData name="Abbiramavali A/p Segaran" userId="d3611908-37b9-4d3d-b010-29dc29e0124f" providerId="ADAL" clId="{5527DCD7-A4D8-4CE8-97E6-C66CF3AA806E}" dt="2026-04-24T01:48:10.565" v="4" actId="47"/>
        <pc:sldMkLst>
          <pc:docMk/>
          <pc:sldMk cId="933269431" sldId="298"/>
        </pc:sldMkLst>
      </pc:sldChg>
      <pc:sldChg chg="del">
        <pc:chgData name="Abbiramavali A/p Segaran" userId="d3611908-37b9-4d3d-b010-29dc29e0124f" providerId="ADAL" clId="{5527DCD7-A4D8-4CE8-97E6-C66CF3AA806E}" dt="2026-04-24T01:48:09.268" v="1" actId="47"/>
        <pc:sldMkLst>
          <pc:docMk/>
          <pc:sldMk cId="757546731" sldId="299"/>
        </pc:sldMkLst>
      </pc:sldChg>
      <pc:sldChg chg="del">
        <pc:chgData name="Abbiramavali A/p Segaran" userId="d3611908-37b9-4d3d-b010-29dc29e0124f" providerId="ADAL" clId="{5527DCD7-A4D8-4CE8-97E6-C66CF3AA806E}" dt="2026-04-24T01:48:09.735" v="2" actId="47"/>
        <pc:sldMkLst>
          <pc:docMk/>
          <pc:sldMk cId="1190256792" sldId="300"/>
        </pc:sldMkLst>
      </pc:sldChg>
      <pc:sldChg chg="del">
        <pc:chgData name="Abbiramavali A/p Segaran" userId="d3611908-37b9-4d3d-b010-29dc29e0124f" providerId="ADAL" clId="{5527DCD7-A4D8-4CE8-97E6-C66CF3AA806E}" dt="2026-04-24T01:48:08.744" v="0" actId="47"/>
        <pc:sldMkLst>
          <pc:docMk/>
          <pc:sldMk cId="3874042531" sldId="413"/>
        </pc:sldMkLst>
      </pc:sldChg>
      <pc:sldChg chg="del">
        <pc:chgData name="Abbiramavali A/p Segaran" userId="d3611908-37b9-4d3d-b010-29dc29e0124f" providerId="ADAL" clId="{5527DCD7-A4D8-4CE8-97E6-C66CF3AA806E}" dt="2026-04-24T01:48:10.209" v="3" actId="47"/>
        <pc:sldMkLst>
          <pc:docMk/>
          <pc:sldMk cId="1558483782" sldId="419"/>
        </pc:sldMkLst>
      </pc:sldChg>
      <pc:sldChg chg="modSp mod">
        <pc:chgData name="Abbiramavali A/p Segaran" userId="d3611908-37b9-4d3d-b010-29dc29e0124f" providerId="ADAL" clId="{5527DCD7-A4D8-4CE8-97E6-C66CF3AA806E}" dt="2026-04-24T01:58:11.618" v="20" actId="20577"/>
        <pc:sldMkLst>
          <pc:docMk/>
          <pc:sldMk cId="652176531" sldId="445"/>
        </pc:sldMkLst>
        <pc:spChg chg="mod">
          <ac:chgData name="Abbiramavali A/p Segaran" userId="d3611908-37b9-4d3d-b010-29dc29e0124f" providerId="ADAL" clId="{5527DCD7-A4D8-4CE8-97E6-C66CF3AA806E}" dt="2026-04-24T01:58:11.618" v="20" actId="20577"/>
          <ac:spMkLst>
            <pc:docMk/>
            <pc:sldMk cId="652176531" sldId="445"/>
            <ac:spMk id="2" creationId="{1F4E4D36-D998-4077-9B42-BA789BE570F6}"/>
          </ac:spMkLst>
        </pc:spChg>
      </pc:sldChg>
      <pc:sldChg chg="del">
        <pc:chgData name="Abbiramavali A/p Segaran" userId="d3611908-37b9-4d3d-b010-29dc29e0124f" providerId="ADAL" clId="{5527DCD7-A4D8-4CE8-97E6-C66CF3AA806E}" dt="2026-04-24T01:48:12.505" v="7" actId="47"/>
        <pc:sldMkLst>
          <pc:docMk/>
          <pc:sldMk cId="1709802108" sldId="480"/>
        </pc:sldMkLst>
      </pc:sldChg>
      <pc:sldChg chg="del">
        <pc:chgData name="Abbiramavali A/p Segaran" userId="d3611908-37b9-4d3d-b010-29dc29e0124f" providerId="ADAL" clId="{5527DCD7-A4D8-4CE8-97E6-C66CF3AA806E}" dt="2026-04-24T01:48:11.573" v="6" actId="47"/>
        <pc:sldMkLst>
          <pc:docMk/>
          <pc:sldMk cId="3753763320" sldId="497"/>
        </pc:sldMkLst>
      </pc:sldChg>
      <pc:sldChg chg="modSp mod">
        <pc:chgData name="Abbiramavali A/p Segaran" userId="d3611908-37b9-4d3d-b010-29dc29e0124f" providerId="ADAL" clId="{5527DCD7-A4D8-4CE8-97E6-C66CF3AA806E}" dt="2026-04-24T01:58:35.079" v="21"/>
        <pc:sldMkLst>
          <pc:docMk/>
          <pc:sldMk cId="444223564" sldId="498"/>
        </pc:sldMkLst>
        <pc:spChg chg="mod">
          <ac:chgData name="Abbiramavali A/p Segaran" userId="d3611908-37b9-4d3d-b010-29dc29e0124f" providerId="ADAL" clId="{5527DCD7-A4D8-4CE8-97E6-C66CF3AA806E}" dt="2026-04-24T01:49:08.165" v="14"/>
          <ac:spMkLst>
            <pc:docMk/>
            <pc:sldMk cId="444223564" sldId="498"/>
            <ac:spMk id="2" creationId="{82458BCA-DBD4-36E0-48B8-97AC5BE405F7}"/>
          </ac:spMkLst>
        </pc:spChg>
        <pc:spChg chg="mod">
          <ac:chgData name="Abbiramavali A/p Segaran" userId="d3611908-37b9-4d3d-b010-29dc29e0124f" providerId="ADAL" clId="{5527DCD7-A4D8-4CE8-97E6-C66CF3AA806E}" dt="2026-04-24T01:58:35.079" v="21"/>
          <ac:spMkLst>
            <pc:docMk/>
            <pc:sldMk cId="444223564" sldId="498"/>
            <ac:spMk id="3" creationId="{CFDFAC4D-4ED7-46AF-4616-39D37D87B003}"/>
          </ac:spMkLst>
        </pc:spChg>
        <pc:spChg chg="mod">
          <ac:chgData name="Abbiramavali A/p Segaran" userId="d3611908-37b9-4d3d-b010-29dc29e0124f" providerId="ADAL" clId="{5527DCD7-A4D8-4CE8-97E6-C66CF3AA806E}" dt="2026-04-24T01:48:47.156" v="13" actId="20577"/>
          <ac:spMkLst>
            <pc:docMk/>
            <pc:sldMk cId="444223564" sldId="498"/>
            <ac:spMk id="4" creationId="{EAA355BE-658B-0408-D372-6B298985F9A0}"/>
          </ac:spMkLst>
        </pc:spChg>
      </pc:sldChg>
      <pc:sldChg chg="addSp delSp modSp mod">
        <pc:chgData name="Abbiramavali A/p Segaran" userId="d3611908-37b9-4d3d-b010-29dc29e0124f" providerId="ADAL" clId="{5527DCD7-A4D8-4CE8-97E6-C66CF3AA806E}" dt="2026-04-24T04:01:49.543" v="135" actId="13926"/>
        <pc:sldMkLst>
          <pc:docMk/>
          <pc:sldMk cId="3833364111" sldId="499"/>
        </pc:sldMkLst>
        <pc:spChg chg="mod">
          <ac:chgData name="Abbiramavali A/p Segaran" userId="d3611908-37b9-4d3d-b010-29dc29e0124f" providerId="ADAL" clId="{5527DCD7-A4D8-4CE8-97E6-C66CF3AA806E}" dt="2026-04-24T03:56:16.433" v="120" actId="20577"/>
          <ac:spMkLst>
            <pc:docMk/>
            <pc:sldMk cId="3833364111" sldId="499"/>
            <ac:spMk id="2" creationId="{78E782DE-5361-EC7F-8960-C5C8207429A1}"/>
          </ac:spMkLst>
        </pc:spChg>
        <pc:spChg chg="del">
          <ac:chgData name="Abbiramavali A/p Segaran" userId="d3611908-37b9-4d3d-b010-29dc29e0124f" providerId="ADAL" clId="{5527DCD7-A4D8-4CE8-97E6-C66CF3AA806E}" dt="2026-04-24T01:59:10.156" v="23" actId="478"/>
          <ac:spMkLst>
            <pc:docMk/>
            <pc:sldMk cId="3833364111" sldId="499"/>
            <ac:spMk id="3" creationId="{A1BF6A10-029D-5636-D180-F2E33D8B362D}"/>
          </ac:spMkLst>
        </pc:spChg>
        <pc:spChg chg="add mod">
          <ac:chgData name="Abbiramavali A/p Segaran" userId="d3611908-37b9-4d3d-b010-29dc29e0124f" providerId="ADAL" clId="{5527DCD7-A4D8-4CE8-97E6-C66CF3AA806E}" dt="2026-04-24T04:01:49.543" v="135" actId="13926"/>
          <ac:spMkLst>
            <pc:docMk/>
            <pc:sldMk cId="3833364111" sldId="499"/>
            <ac:spMk id="6" creationId="{7D2CFC0F-FE65-BA56-91E8-425C27D54833}"/>
          </ac:spMkLst>
        </pc:spChg>
        <pc:graphicFrameChg chg="add mod">
          <ac:chgData name="Abbiramavali A/p Segaran" userId="d3611908-37b9-4d3d-b010-29dc29e0124f" providerId="ADAL" clId="{5527DCD7-A4D8-4CE8-97E6-C66CF3AA806E}" dt="2026-04-24T01:59:33.300" v="26" actId="1076"/>
          <ac:graphicFrameMkLst>
            <pc:docMk/>
            <pc:sldMk cId="3833364111" sldId="499"/>
            <ac:graphicFrameMk id="5" creationId="{9F6F8A68-F370-4646-C25D-5F24FD3FAEDC}"/>
          </ac:graphicFrameMkLst>
        </pc:graphicFrameChg>
      </pc:sldChg>
      <pc:sldChg chg="addSp delSp modSp mod">
        <pc:chgData name="Abbiramavali A/p Segaran" userId="d3611908-37b9-4d3d-b010-29dc29e0124f" providerId="ADAL" clId="{5527DCD7-A4D8-4CE8-97E6-C66CF3AA806E}" dt="2026-04-24T03:56:24.748" v="131" actId="20577"/>
        <pc:sldMkLst>
          <pc:docMk/>
          <pc:sldMk cId="1806765530" sldId="500"/>
        </pc:sldMkLst>
        <pc:spChg chg="mod">
          <ac:chgData name="Abbiramavali A/p Segaran" userId="d3611908-37b9-4d3d-b010-29dc29e0124f" providerId="ADAL" clId="{5527DCD7-A4D8-4CE8-97E6-C66CF3AA806E}" dt="2026-04-24T03:56:24.748" v="131" actId="20577"/>
          <ac:spMkLst>
            <pc:docMk/>
            <pc:sldMk cId="1806765530" sldId="500"/>
            <ac:spMk id="2" creationId="{0E993F28-DF91-4567-29D1-B0A67AA1EAAA}"/>
          </ac:spMkLst>
        </pc:spChg>
        <pc:spChg chg="del">
          <ac:chgData name="Abbiramavali A/p Segaran" userId="d3611908-37b9-4d3d-b010-29dc29e0124f" providerId="ADAL" clId="{5527DCD7-A4D8-4CE8-97E6-C66CF3AA806E}" dt="2026-04-24T02:00:18.530" v="30" actId="478"/>
          <ac:spMkLst>
            <pc:docMk/>
            <pc:sldMk cId="1806765530" sldId="500"/>
            <ac:spMk id="3" creationId="{AF44875D-7C9F-C42E-24E3-8C3D16B2F0EA}"/>
          </ac:spMkLst>
        </pc:spChg>
        <pc:spChg chg="del">
          <ac:chgData name="Abbiramavali A/p Segaran" userId="d3611908-37b9-4d3d-b010-29dc29e0124f" providerId="ADAL" clId="{5527DCD7-A4D8-4CE8-97E6-C66CF3AA806E}" dt="2026-04-24T02:00:21.587" v="32" actId="478"/>
          <ac:spMkLst>
            <pc:docMk/>
            <pc:sldMk cId="1806765530" sldId="500"/>
            <ac:spMk id="4" creationId="{5F0E9DCA-32F7-B733-9F03-8E2FE0FA7491}"/>
          </ac:spMkLst>
        </pc:spChg>
        <pc:spChg chg="del">
          <ac:chgData name="Abbiramavali A/p Segaran" userId="d3611908-37b9-4d3d-b010-29dc29e0124f" providerId="ADAL" clId="{5527DCD7-A4D8-4CE8-97E6-C66CF3AA806E}" dt="2026-04-24T02:00:19.568" v="31" actId="478"/>
          <ac:spMkLst>
            <pc:docMk/>
            <pc:sldMk cId="1806765530" sldId="500"/>
            <ac:spMk id="5" creationId="{AD643FBD-6C14-AC85-C6F0-5BA61454798F}"/>
          </ac:spMkLst>
        </pc:spChg>
        <pc:spChg chg="add mod">
          <ac:chgData name="Abbiramavali A/p Segaran" userId="d3611908-37b9-4d3d-b010-29dc29e0124f" providerId="ADAL" clId="{5527DCD7-A4D8-4CE8-97E6-C66CF3AA806E}" dt="2026-04-24T02:00:28.467" v="33"/>
          <ac:spMkLst>
            <pc:docMk/>
            <pc:sldMk cId="1806765530" sldId="500"/>
            <ac:spMk id="7" creationId="{E7F0F51A-752D-818E-8167-8C0396F5CB2D}"/>
          </ac:spMkLst>
        </pc:spChg>
      </pc:sldChg>
      <pc:sldChg chg="addSp delSp modSp new mod">
        <pc:chgData name="Abbiramavali A/p Segaran" userId="d3611908-37b9-4d3d-b010-29dc29e0124f" providerId="ADAL" clId="{5527DCD7-A4D8-4CE8-97E6-C66CF3AA806E}" dt="2026-04-24T02:01:14.284" v="40"/>
        <pc:sldMkLst>
          <pc:docMk/>
          <pc:sldMk cId="4158774270" sldId="501"/>
        </pc:sldMkLst>
        <pc:spChg chg="mod">
          <ac:chgData name="Abbiramavali A/p Segaran" userId="d3611908-37b9-4d3d-b010-29dc29e0124f" providerId="ADAL" clId="{5527DCD7-A4D8-4CE8-97E6-C66CF3AA806E}" dt="2026-04-24T02:00:51.034" v="35"/>
          <ac:spMkLst>
            <pc:docMk/>
            <pc:sldMk cId="4158774270" sldId="501"/>
            <ac:spMk id="2" creationId="{085AD6AC-2A96-8330-9D64-E984C6DBEA3C}"/>
          </ac:spMkLst>
        </pc:spChg>
        <pc:spChg chg="del">
          <ac:chgData name="Abbiramavali A/p Segaran" userId="d3611908-37b9-4d3d-b010-29dc29e0124f" providerId="ADAL" clId="{5527DCD7-A4D8-4CE8-97E6-C66CF3AA806E}" dt="2026-04-24T02:00:55.290" v="36" actId="478"/>
          <ac:spMkLst>
            <pc:docMk/>
            <pc:sldMk cId="4158774270" sldId="501"/>
            <ac:spMk id="3" creationId="{7ACA35C4-86CA-6ED9-5F97-40D489AFDE1C}"/>
          </ac:spMkLst>
        </pc:spChg>
        <pc:spChg chg="del">
          <ac:chgData name="Abbiramavali A/p Segaran" userId="d3611908-37b9-4d3d-b010-29dc29e0124f" providerId="ADAL" clId="{5527DCD7-A4D8-4CE8-97E6-C66CF3AA806E}" dt="2026-04-24T02:00:56.997" v="37" actId="478"/>
          <ac:spMkLst>
            <pc:docMk/>
            <pc:sldMk cId="4158774270" sldId="501"/>
            <ac:spMk id="4" creationId="{780DE2E8-9E6C-070E-A129-552FE8C86FDF}"/>
          </ac:spMkLst>
        </pc:spChg>
        <pc:spChg chg="del">
          <ac:chgData name="Abbiramavali A/p Segaran" userId="d3611908-37b9-4d3d-b010-29dc29e0124f" providerId="ADAL" clId="{5527DCD7-A4D8-4CE8-97E6-C66CF3AA806E}" dt="2026-04-24T02:00:58.292" v="38" actId="478"/>
          <ac:spMkLst>
            <pc:docMk/>
            <pc:sldMk cId="4158774270" sldId="501"/>
            <ac:spMk id="5" creationId="{E3900346-C04E-E884-8D9E-7B4F93F24E45}"/>
          </ac:spMkLst>
        </pc:spChg>
        <pc:spChg chg="add mod">
          <ac:chgData name="Abbiramavali A/p Segaran" userId="d3611908-37b9-4d3d-b010-29dc29e0124f" providerId="ADAL" clId="{5527DCD7-A4D8-4CE8-97E6-C66CF3AA806E}" dt="2026-04-24T02:01:06.705" v="39"/>
          <ac:spMkLst>
            <pc:docMk/>
            <pc:sldMk cId="4158774270" sldId="501"/>
            <ac:spMk id="7" creationId="{57ECCBF0-F33C-50CB-1BCB-2A4C056AB7D7}"/>
          </ac:spMkLst>
        </pc:spChg>
        <pc:spChg chg="add mod">
          <ac:chgData name="Abbiramavali A/p Segaran" userId="d3611908-37b9-4d3d-b010-29dc29e0124f" providerId="ADAL" clId="{5527DCD7-A4D8-4CE8-97E6-C66CF3AA806E}" dt="2026-04-24T02:01:14.284" v="40"/>
          <ac:spMkLst>
            <pc:docMk/>
            <pc:sldMk cId="4158774270" sldId="501"/>
            <ac:spMk id="8" creationId="{C8111578-491A-BB82-518A-88145A801982}"/>
          </ac:spMkLst>
        </pc:spChg>
      </pc:sldChg>
      <pc:sldChg chg="addSp delSp modSp add mod">
        <pc:chgData name="Abbiramavali A/p Segaran" userId="d3611908-37b9-4d3d-b010-29dc29e0124f" providerId="ADAL" clId="{5527DCD7-A4D8-4CE8-97E6-C66CF3AA806E}" dt="2026-04-24T03:35:35.942" v="71" actId="20577"/>
        <pc:sldMkLst>
          <pc:docMk/>
          <pc:sldMk cId="2604199036" sldId="502"/>
        </pc:sldMkLst>
        <pc:spChg chg="mod">
          <ac:chgData name="Abbiramavali A/p Segaran" userId="d3611908-37b9-4d3d-b010-29dc29e0124f" providerId="ADAL" clId="{5527DCD7-A4D8-4CE8-97E6-C66CF3AA806E}" dt="2026-04-24T02:01:58.858" v="46"/>
          <ac:spMkLst>
            <pc:docMk/>
            <pc:sldMk cId="2604199036" sldId="502"/>
            <ac:spMk id="2" creationId="{06FEE86D-23B9-B90E-0DF6-DD6F3BA6E4ED}"/>
          </ac:spMkLst>
        </pc:spChg>
        <pc:spChg chg="add mod">
          <ac:chgData name="Abbiramavali A/p Segaran" userId="d3611908-37b9-4d3d-b010-29dc29e0124f" providerId="ADAL" clId="{5527DCD7-A4D8-4CE8-97E6-C66CF3AA806E}" dt="2026-04-24T03:35:35.942" v="71" actId="20577"/>
          <ac:spMkLst>
            <pc:docMk/>
            <pc:sldMk cId="2604199036" sldId="502"/>
            <ac:spMk id="3" creationId="{13A0AD01-5BCC-000A-C681-BE480C5B36D8}"/>
          </ac:spMkLst>
        </pc:spChg>
        <pc:spChg chg="del">
          <ac:chgData name="Abbiramavali A/p Segaran" userId="d3611908-37b9-4d3d-b010-29dc29e0124f" providerId="ADAL" clId="{5527DCD7-A4D8-4CE8-97E6-C66CF3AA806E}" dt="2026-04-24T02:02:12.744" v="47" actId="478"/>
          <ac:spMkLst>
            <pc:docMk/>
            <pc:sldMk cId="2604199036" sldId="502"/>
            <ac:spMk id="7" creationId="{8A095D00-1DF9-2954-E442-E42E583E72BB}"/>
          </ac:spMkLst>
        </pc:spChg>
        <pc:spChg chg="del">
          <ac:chgData name="Abbiramavali A/p Segaran" userId="d3611908-37b9-4d3d-b010-29dc29e0124f" providerId="ADAL" clId="{5527DCD7-A4D8-4CE8-97E6-C66CF3AA806E}" dt="2026-04-24T02:02:14.681" v="48" actId="478"/>
          <ac:spMkLst>
            <pc:docMk/>
            <pc:sldMk cId="2604199036" sldId="502"/>
            <ac:spMk id="8" creationId="{C49D857C-392F-2C67-B02B-4310CAF69945}"/>
          </ac:spMkLst>
        </pc:spChg>
      </pc:sldChg>
      <pc:sldChg chg="delSp new del mod">
        <pc:chgData name="Abbiramavali A/p Segaran" userId="d3611908-37b9-4d3d-b010-29dc29e0124f" providerId="ADAL" clId="{5527DCD7-A4D8-4CE8-97E6-C66CF3AA806E}" dt="2026-04-24T02:01:32.140" v="44" actId="47"/>
        <pc:sldMkLst>
          <pc:docMk/>
          <pc:sldMk cId="3487578013" sldId="502"/>
        </pc:sldMkLst>
        <pc:spChg chg="del">
          <ac:chgData name="Abbiramavali A/p Segaran" userId="d3611908-37b9-4d3d-b010-29dc29e0124f" providerId="ADAL" clId="{5527DCD7-A4D8-4CE8-97E6-C66CF3AA806E}" dt="2026-04-24T02:01:29.305" v="42" actId="478"/>
          <ac:spMkLst>
            <pc:docMk/>
            <pc:sldMk cId="3487578013" sldId="502"/>
            <ac:spMk id="2" creationId="{30F9BAF1-B7AF-4A63-D4C8-5217589BDA55}"/>
          </ac:spMkLst>
        </pc:spChg>
        <pc:spChg chg="del">
          <ac:chgData name="Abbiramavali A/p Segaran" userId="d3611908-37b9-4d3d-b010-29dc29e0124f" providerId="ADAL" clId="{5527DCD7-A4D8-4CE8-97E6-C66CF3AA806E}" dt="2026-04-24T02:01:30.485" v="43" actId="478"/>
          <ac:spMkLst>
            <pc:docMk/>
            <pc:sldMk cId="3487578013" sldId="502"/>
            <ac:spMk id="3" creationId="{F1D46988-57FB-4871-1B39-3454575814F4}"/>
          </ac:spMkLst>
        </pc:spChg>
      </pc:sldChg>
      <pc:sldChg chg="addSp delSp modSp add mod">
        <pc:chgData name="Abbiramavali A/p Segaran" userId="d3611908-37b9-4d3d-b010-29dc29e0124f" providerId="ADAL" clId="{5527DCD7-A4D8-4CE8-97E6-C66CF3AA806E}" dt="2026-04-24T02:03:45.201" v="57" actId="1076"/>
        <pc:sldMkLst>
          <pc:docMk/>
          <pc:sldMk cId="827518200" sldId="503"/>
        </pc:sldMkLst>
        <pc:spChg chg="mod">
          <ac:chgData name="Abbiramavali A/p Segaran" userId="d3611908-37b9-4d3d-b010-29dc29e0124f" providerId="ADAL" clId="{5527DCD7-A4D8-4CE8-97E6-C66CF3AA806E}" dt="2026-04-24T02:03:20.237" v="54"/>
          <ac:spMkLst>
            <pc:docMk/>
            <pc:sldMk cId="827518200" sldId="503"/>
            <ac:spMk id="2" creationId="{D62E26FA-CC2F-4734-81FB-56FCB90E3954}"/>
          </ac:spMkLst>
        </pc:spChg>
        <pc:spChg chg="del">
          <ac:chgData name="Abbiramavali A/p Segaran" userId="d3611908-37b9-4d3d-b010-29dc29e0124f" providerId="ADAL" clId="{5527DCD7-A4D8-4CE8-97E6-C66CF3AA806E}" dt="2026-04-24T02:02:43.842" v="51" actId="478"/>
          <ac:spMkLst>
            <pc:docMk/>
            <pc:sldMk cId="827518200" sldId="503"/>
            <ac:spMk id="3" creationId="{CA8073B7-213B-108C-B399-21F2498F2240}"/>
          </ac:spMkLst>
        </pc:spChg>
        <pc:picChg chg="add mod">
          <ac:chgData name="Abbiramavali A/p Segaran" userId="d3611908-37b9-4d3d-b010-29dc29e0124f" providerId="ADAL" clId="{5527DCD7-A4D8-4CE8-97E6-C66CF3AA806E}" dt="2026-04-24T02:03:45.201" v="57" actId="1076"/>
          <ac:picMkLst>
            <pc:docMk/>
            <pc:sldMk cId="827518200" sldId="503"/>
            <ac:picMk id="5" creationId="{548076DA-A754-64ED-B7CE-4A86DD0CAD15}"/>
          </ac:picMkLst>
        </pc:picChg>
      </pc:sldChg>
      <pc:sldChg chg="addSp delSp modSp add mod modShow">
        <pc:chgData name="Abbiramavali A/p Segaran" userId="d3611908-37b9-4d3d-b010-29dc29e0124f" providerId="ADAL" clId="{5527DCD7-A4D8-4CE8-97E6-C66CF3AA806E}" dt="2026-04-24T02:05:10.893" v="64" actId="729"/>
        <pc:sldMkLst>
          <pc:docMk/>
          <pc:sldMk cId="3217276195" sldId="504"/>
        </pc:sldMkLst>
        <pc:spChg chg="mod">
          <ac:chgData name="Abbiramavali A/p Segaran" userId="d3611908-37b9-4d3d-b010-29dc29e0124f" providerId="ADAL" clId="{5527DCD7-A4D8-4CE8-97E6-C66CF3AA806E}" dt="2026-04-24T02:04:53.403" v="61"/>
          <ac:spMkLst>
            <pc:docMk/>
            <pc:sldMk cId="3217276195" sldId="504"/>
            <ac:spMk id="2" creationId="{569EA3DB-5179-947A-F6A6-CD4A3FD1035C}"/>
          </ac:spMkLst>
        </pc:spChg>
        <pc:spChg chg="add mod">
          <ac:chgData name="Abbiramavali A/p Segaran" userId="d3611908-37b9-4d3d-b010-29dc29e0124f" providerId="ADAL" clId="{5527DCD7-A4D8-4CE8-97E6-C66CF3AA806E}" dt="2026-04-24T02:05:03.613" v="63"/>
          <ac:spMkLst>
            <pc:docMk/>
            <pc:sldMk cId="3217276195" sldId="504"/>
            <ac:spMk id="3" creationId="{8659F359-21AE-8FC5-121D-31D64F2A8969}"/>
          </ac:spMkLst>
        </pc:spChg>
        <pc:picChg chg="del">
          <ac:chgData name="Abbiramavali A/p Segaran" userId="d3611908-37b9-4d3d-b010-29dc29e0124f" providerId="ADAL" clId="{5527DCD7-A4D8-4CE8-97E6-C66CF3AA806E}" dt="2026-04-24T02:05:02.659" v="62" actId="478"/>
          <ac:picMkLst>
            <pc:docMk/>
            <pc:sldMk cId="3217276195" sldId="504"/>
            <ac:picMk id="5" creationId="{68FC5887-2016-C231-1FA8-5209882FEFB7}"/>
          </ac:picMkLst>
        </pc:picChg>
      </pc:sldChg>
      <pc:sldChg chg="new">
        <pc:chgData name="Abbiramavali A/p Segaran" userId="d3611908-37b9-4d3d-b010-29dc29e0124f" providerId="ADAL" clId="{5527DCD7-A4D8-4CE8-97E6-C66CF3AA806E}" dt="2026-04-24T04:13:48.735" v="136" actId="680"/>
        <pc:sldMkLst>
          <pc:docMk/>
          <pc:sldMk cId="3112367810" sldId="50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4/24/2026</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CE92334B-5C60-F64B-2FF0-8853663CD087}"/>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BE262588-69FF-AB74-1E88-1993B06797C3}"/>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62FCE3E8-BF0D-133B-F370-3BA0557C703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EC3F2668-11DB-1779-BCB5-B849AF9EF478}"/>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7C01B323-D141-0D0C-699B-84F33A48063E}"/>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BBF4D2F9-F0B4-525A-8A33-F23EB5E1390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9EC9C970-B18D-C4C1-D50D-E4468157942E}"/>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27664064-E4D2-2A1B-0742-1CDE643CF8E4}"/>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755C98A4-5CB0-07F1-AB96-342AE17A3C3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94DB1F16-A587-E33D-3F7A-F8AE708A099B}"/>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FB44B2B2-E543-64F6-9FF4-339DAFBC152F}"/>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065B3846-9287-A022-CEF6-D0A12D44506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23D86DC9-EEAC-F522-20D4-AD995DBD6084}"/>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B2CE8A0B-0CC6-7EED-2A85-86B9D002AC2D}"/>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6828B200-B429-3B72-1A5F-4D98343150B2}"/>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81058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0D879C51-2BC7-5282-5134-727AD99CFDFF}"/>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DCC713D0-D3C0-8B86-1DCD-3F0D5C66A606}"/>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5D78915F-5B99-8821-195F-AFC656456ED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00078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7">
    <p:bg>
      <p:bgPr>
        <a:solidFill>
          <a:srgbClr val="000000"/>
        </a:solidFill>
        <a:effectLst/>
      </p:bgPr>
    </p:bg>
    <p:spTree>
      <p:nvGrpSpPr>
        <p:cNvPr id="1" name=""/>
        <p:cNvGrpSpPr/>
        <p:nvPr/>
      </p:nvGrpSpPr>
      <p:grpSpPr>
        <a:xfrm>
          <a:off x="0" y="0"/>
          <a:ext cx="0" cy="0"/>
          <a:chOff x="0" y="0"/>
          <a:chExt cx="0" cy="0"/>
        </a:xfrm>
      </p:grpSpPr>
      <p:sp>
        <p:nvSpPr>
          <p:cNvPr id="9" name="Gradient">
            <a:extLst>
              <a:ext uri="{FF2B5EF4-FFF2-40B4-BE49-F238E27FC236}">
                <a16:creationId xmlns:a16="http://schemas.microsoft.com/office/drawing/2014/main" id="{B3FFD3D8-8585-6919-B3E9-239BC45D5BA6}"/>
              </a:ext>
              <a:ext uri="{C183D7F6-B498-43B3-948B-1728B52AA6E4}">
                <adec:decorative xmlns:adec="http://schemas.microsoft.com/office/drawing/2017/decorative" val="1"/>
              </a:ext>
            </a:extLst>
          </p:cNvPr>
          <p:cNvSpPr/>
          <p:nvPr userDrawn="1"/>
        </p:nvSpPr>
        <p:spPr bwMode="hidden">
          <a:xfrm rot="10800000">
            <a:off x="0" y="2"/>
            <a:ext cx="12192000" cy="6857998"/>
          </a:xfrm>
          <a:prstGeom prst="rect">
            <a:avLst/>
          </a:prstGeom>
          <a:solidFill>
            <a:srgbClr val="000000"/>
          </a:soli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10" name="TextBox 9">
            <a:extLst>
              <a:ext uri="{FF2B5EF4-FFF2-40B4-BE49-F238E27FC236}">
                <a16:creationId xmlns:a16="http://schemas.microsoft.com/office/drawing/2014/main" id="{399271D7-2AB3-38E8-A300-8D71764E3DAC}"/>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11" name="TextBox 10">
            <a:extLst>
              <a:ext uri="{FF2B5EF4-FFF2-40B4-BE49-F238E27FC236}">
                <a16:creationId xmlns:a16="http://schemas.microsoft.com/office/drawing/2014/main" id="{FDF1B58C-73A9-A9CC-DEA5-F0DAED98DED7}"/>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C3931AD0-ED9C-A6B4-A647-67BD4C2E70C1}"/>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918610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
        <p:nvSpPr>
          <p:cNvPr id="4" name="TextBox 3">
            <a:extLst>
              <a:ext uri="{FF2B5EF4-FFF2-40B4-BE49-F238E27FC236}">
                <a16:creationId xmlns:a16="http://schemas.microsoft.com/office/drawing/2014/main" id="{252909C9-77C9-EE9C-F680-7E7553F48FCE}"/>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5" name="TextBox 4">
            <a:extLst>
              <a:ext uri="{FF2B5EF4-FFF2-40B4-BE49-F238E27FC236}">
                <a16:creationId xmlns:a16="http://schemas.microsoft.com/office/drawing/2014/main" id="{DF615410-CFC2-69BA-8C07-222A48753AEF}"/>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Tree>
    <p:extLst>
      <p:ext uri="{BB962C8B-B14F-4D97-AF65-F5344CB8AC3E}">
        <p14:creationId xmlns:p14="http://schemas.microsoft.com/office/powerpoint/2010/main" val="32393172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C44B333-9790-3AFF-A453-DCF924E3ABD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3AFAB3B8-ED81-63FA-3A5F-FF49E1F1D1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0ADE40D-11F3-616A-9D17-ABE99492FC3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86C8C10B-1893-1583-BDCB-563AC873AA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12">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TextBox 5">
            <a:extLst>
              <a:ext uri="{FF2B5EF4-FFF2-40B4-BE49-F238E27FC236}">
                <a16:creationId xmlns:a16="http://schemas.microsoft.com/office/drawing/2014/main" id="{73B35624-91D9-8B8F-F2B5-06E67758299A}"/>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7" name="TextBox 6">
            <a:extLst>
              <a:ext uri="{FF2B5EF4-FFF2-40B4-BE49-F238E27FC236}">
                <a16:creationId xmlns:a16="http://schemas.microsoft.com/office/drawing/2014/main" id="{04571DFE-31CA-DD10-C4B3-47AED9BDCEEF}"/>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D030DDB7-FB01-2390-8CB9-13BE639ED05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4079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13">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TextBox 5">
            <a:extLst>
              <a:ext uri="{FF2B5EF4-FFF2-40B4-BE49-F238E27FC236}">
                <a16:creationId xmlns:a16="http://schemas.microsoft.com/office/drawing/2014/main" id="{0E81B393-33B6-E508-9703-4FD2C48B68D2}"/>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7" name="TextBox 6">
            <a:extLst>
              <a:ext uri="{FF2B5EF4-FFF2-40B4-BE49-F238E27FC236}">
                <a16:creationId xmlns:a16="http://schemas.microsoft.com/office/drawing/2014/main" id="{2BAF3E8C-C511-FAFD-FA20-24EFE539E449}"/>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09736AE2-F7BD-A33D-B25E-5FC752607BA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521997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7F2A3E5-5A29-7BCC-2E85-124997C0531A}"/>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358D5E2-08E3-563A-E477-E855F424A28D}"/>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 16">
    <p:bg>
      <p:bgPr>
        <a:solidFill>
          <a:srgbClr val="000000"/>
        </a:solidFill>
        <a:effectLst/>
      </p:bgPr>
    </p:bg>
    <p:spTree>
      <p:nvGrpSpPr>
        <p:cNvPr id="1" name=""/>
        <p:cNvGrpSpPr/>
        <p:nvPr/>
      </p:nvGrpSpPr>
      <p:grpSpPr>
        <a:xfrm>
          <a:off x="0" y="0"/>
          <a:ext cx="0" cy="0"/>
          <a:chOff x="0" y="0"/>
          <a:chExt cx="0" cy="0"/>
        </a:xfrm>
      </p:grpSpPr>
      <p:sp>
        <p:nvSpPr>
          <p:cNvPr id="8" name="Gradient">
            <a:extLst>
              <a:ext uri="{FF2B5EF4-FFF2-40B4-BE49-F238E27FC236}">
                <a16:creationId xmlns:a16="http://schemas.microsoft.com/office/drawing/2014/main" id="{B92C3CC2-A78D-F12C-1C5F-EB07B283AC11}"/>
              </a:ext>
              <a:ext uri="{C183D7F6-B498-43B3-948B-1728B52AA6E4}">
                <adec:decorative xmlns:adec="http://schemas.microsoft.com/office/drawing/2017/decorative" val="1"/>
              </a:ext>
            </a:extLst>
          </p:cNvPr>
          <p:cNvSpPr/>
          <p:nvPr userDrawn="1"/>
        </p:nvSpPr>
        <p:spPr bwMode="hidden">
          <a:xfrm rot="10800000">
            <a:off x="0" y="2"/>
            <a:ext cx="12192000" cy="6857998"/>
          </a:xfrm>
          <a:prstGeom prst="rect">
            <a:avLst/>
          </a:prstGeom>
          <a:solidFill>
            <a:srgbClr val="000000"/>
          </a:soli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TextBox 5">
            <a:extLst>
              <a:ext uri="{FF2B5EF4-FFF2-40B4-BE49-F238E27FC236}">
                <a16:creationId xmlns:a16="http://schemas.microsoft.com/office/drawing/2014/main" id="{4B201C8D-A363-8A1E-F64F-75790D9AE393}"/>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7" name="TextBox 6">
            <a:extLst>
              <a:ext uri="{FF2B5EF4-FFF2-40B4-BE49-F238E27FC236}">
                <a16:creationId xmlns:a16="http://schemas.microsoft.com/office/drawing/2014/main" id="{12B77C68-EED0-BB02-6234-96BFE20E4B98}"/>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10" name="Picture Placeholder 1">
            <a:extLst>
              <a:ext uri="{FF2B5EF4-FFF2-40B4-BE49-F238E27FC236}">
                <a16:creationId xmlns:a16="http://schemas.microsoft.com/office/drawing/2014/main" id="{C1712D90-0440-3F85-8178-B8EA213CEE0D}"/>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22E002DF-82C2-D12C-0F17-7E0ADF52AD5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29761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17">
    <p:bg>
      <p:bgPr>
        <a:solidFill>
          <a:schemeClr val="bg1"/>
        </a:solidFill>
        <a:effectLst/>
      </p:bgPr>
    </p:bg>
    <p:spTree>
      <p:nvGrpSpPr>
        <p:cNvPr id="1" name=""/>
        <p:cNvGrpSpPr/>
        <p:nvPr/>
      </p:nvGrpSpPr>
      <p:grpSpPr>
        <a:xfrm>
          <a:off x="0" y="0"/>
          <a:ext cx="0" cy="0"/>
          <a:chOff x="0" y="0"/>
          <a:chExt cx="0" cy="0"/>
        </a:xfrm>
      </p:grpSpPr>
      <p:pic>
        <p:nvPicPr>
          <p:cNvPr id="8" name="Picture">
            <a:extLst>
              <a:ext uri="{FF2B5EF4-FFF2-40B4-BE49-F238E27FC236}">
                <a16:creationId xmlns:a16="http://schemas.microsoft.com/office/drawing/2014/main" id="{CE7F463A-A5DC-229C-892F-6EE06E963640}"/>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CE92334B-5C60-F64B-2FF0-8853663CD087}"/>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BE262588-69FF-AB74-1E88-1993B06797C3}"/>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pic>
        <p:nvPicPr>
          <p:cNvPr id="7" name="Micron" descr="Micron">
            <a:extLst>
              <a:ext uri="{FF2B5EF4-FFF2-40B4-BE49-F238E27FC236}">
                <a16:creationId xmlns:a16="http://schemas.microsoft.com/office/drawing/2014/main" id="{E996B5D5-C466-5CC0-161A-1DBF61E23D7B}"/>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34004242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18">
    <p:bg>
      <p:bgPr>
        <a:solidFill>
          <a:schemeClr val="bg1"/>
        </a:solidFill>
        <a:effectLst/>
      </p:bgPr>
    </p:bg>
    <p:spTree>
      <p:nvGrpSpPr>
        <p:cNvPr id="1" name=""/>
        <p:cNvGrpSpPr/>
        <p:nvPr/>
      </p:nvGrpSpPr>
      <p:grpSpPr>
        <a:xfrm>
          <a:off x="0" y="0"/>
          <a:ext cx="0" cy="0"/>
          <a:chOff x="0" y="0"/>
          <a:chExt cx="0" cy="0"/>
        </a:xfrm>
      </p:grpSpPr>
      <p:pic>
        <p:nvPicPr>
          <p:cNvPr id="7" name="Picture">
            <a:extLst>
              <a:ext uri="{FF2B5EF4-FFF2-40B4-BE49-F238E27FC236}">
                <a16:creationId xmlns:a16="http://schemas.microsoft.com/office/drawing/2014/main" id="{8BD42BD6-8350-75CD-108C-1E5EE07AC4CD}"/>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CE92334B-5C60-F64B-2FF0-8853663CD087}"/>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BE262588-69FF-AB74-1E88-1993B06797C3}"/>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pic>
        <p:nvPicPr>
          <p:cNvPr id="8" name="Micron" descr="Micron">
            <a:extLst>
              <a:ext uri="{FF2B5EF4-FFF2-40B4-BE49-F238E27FC236}">
                <a16:creationId xmlns:a16="http://schemas.microsoft.com/office/drawing/2014/main" id="{20908C35-4E74-6F3F-FCB8-457E5408262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10249675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lide 19">
    <p:bg>
      <p:bgPr>
        <a:solidFill>
          <a:schemeClr val="bg1"/>
        </a:solidFill>
        <a:effectLst/>
      </p:bgPr>
    </p:bg>
    <p:spTree>
      <p:nvGrpSpPr>
        <p:cNvPr id="1" name=""/>
        <p:cNvGrpSpPr/>
        <p:nvPr/>
      </p:nvGrpSpPr>
      <p:grpSpPr>
        <a:xfrm>
          <a:off x="0" y="0"/>
          <a:ext cx="0" cy="0"/>
          <a:chOff x="0" y="0"/>
          <a:chExt cx="0" cy="0"/>
        </a:xfrm>
      </p:grpSpPr>
      <p:pic>
        <p:nvPicPr>
          <p:cNvPr id="8" name="Picture">
            <a:extLst>
              <a:ext uri="{FF2B5EF4-FFF2-40B4-BE49-F238E27FC236}">
                <a16:creationId xmlns:a16="http://schemas.microsoft.com/office/drawing/2014/main" id="{75B3C8D3-FD3D-2636-FABC-AC034E9EEB8D}"/>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CE92334B-5C60-F64B-2FF0-8853663CD087}"/>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BE262588-69FF-AB74-1E88-1993B06797C3}"/>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pic>
        <p:nvPicPr>
          <p:cNvPr id="7" name="Micron" descr="Micron">
            <a:extLst>
              <a:ext uri="{FF2B5EF4-FFF2-40B4-BE49-F238E27FC236}">
                <a16:creationId xmlns:a16="http://schemas.microsoft.com/office/drawing/2014/main" id="{57213737-589F-5D7F-CB8F-51A2EFD99C50}"/>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17968924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Slide 20">
    <p:bg>
      <p:bgPr>
        <a:solidFill>
          <a:schemeClr val="bg1"/>
        </a:solidFill>
        <a:effectLst/>
      </p:bgPr>
    </p:bg>
    <p:spTree>
      <p:nvGrpSpPr>
        <p:cNvPr id="1" name=""/>
        <p:cNvGrpSpPr/>
        <p:nvPr/>
      </p:nvGrpSpPr>
      <p:grpSpPr>
        <a:xfrm>
          <a:off x="0" y="0"/>
          <a:ext cx="0" cy="0"/>
          <a:chOff x="0" y="0"/>
          <a:chExt cx="0" cy="0"/>
        </a:xfrm>
      </p:grpSpPr>
      <p:pic>
        <p:nvPicPr>
          <p:cNvPr id="7" name="Picture">
            <a:extLst>
              <a:ext uri="{FF2B5EF4-FFF2-40B4-BE49-F238E27FC236}">
                <a16:creationId xmlns:a16="http://schemas.microsoft.com/office/drawing/2014/main" id="{FB5B4AF3-8C75-3228-99B7-A8DE81D7F882}"/>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CE92334B-5C60-F64B-2FF0-8853663CD087}"/>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BE262588-69FF-AB74-1E88-1993B06797C3}"/>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pic>
        <p:nvPicPr>
          <p:cNvPr id="8" name="Micron" descr="Micron">
            <a:extLst>
              <a:ext uri="{FF2B5EF4-FFF2-40B4-BE49-F238E27FC236}">
                <a16:creationId xmlns:a16="http://schemas.microsoft.com/office/drawing/2014/main" id="{EFCBCCCD-F981-5B67-83C8-13069449DDE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22241977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Slide 21">
    <p:bg>
      <p:bgPr>
        <a:solidFill>
          <a:schemeClr val="bg1"/>
        </a:solidFill>
        <a:effectLst/>
      </p:bgPr>
    </p:bg>
    <p:spTree>
      <p:nvGrpSpPr>
        <p:cNvPr id="1" name=""/>
        <p:cNvGrpSpPr/>
        <p:nvPr/>
      </p:nvGrpSpPr>
      <p:grpSpPr>
        <a:xfrm>
          <a:off x="0" y="0"/>
          <a:ext cx="0" cy="0"/>
          <a:chOff x="0" y="0"/>
          <a:chExt cx="0" cy="0"/>
        </a:xfrm>
      </p:grpSpPr>
      <p:pic>
        <p:nvPicPr>
          <p:cNvPr id="8" name="Picture">
            <a:extLst>
              <a:ext uri="{FF2B5EF4-FFF2-40B4-BE49-F238E27FC236}">
                <a16:creationId xmlns:a16="http://schemas.microsoft.com/office/drawing/2014/main" id="{24EA8382-284F-1AB1-7660-3E7088A162D1}"/>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CE92334B-5C60-F64B-2FF0-8853663CD087}"/>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BE262588-69FF-AB74-1E88-1993B06797C3}"/>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pic>
        <p:nvPicPr>
          <p:cNvPr id="7" name="Micron" descr="Micron">
            <a:extLst>
              <a:ext uri="{FF2B5EF4-FFF2-40B4-BE49-F238E27FC236}">
                <a16:creationId xmlns:a16="http://schemas.microsoft.com/office/drawing/2014/main" id="{1E7184EC-7A4F-74B4-3824-22F26A055EDB}"/>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41212658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lide 22">
    <p:bg>
      <p:bgPr>
        <a:solidFill>
          <a:schemeClr val="bg1"/>
        </a:solidFill>
        <a:effectLst/>
      </p:bgPr>
    </p:bg>
    <p:spTree>
      <p:nvGrpSpPr>
        <p:cNvPr id="1" name=""/>
        <p:cNvGrpSpPr/>
        <p:nvPr/>
      </p:nvGrpSpPr>
      <p:grpSpPr>
        <a:xfrm>
          <a:off x="0" y="0"/>
          <a:ext cx="0" cy="0"/>
          <a:chOff x="0" y="0"/>
          <a:chExt cx="0" cy="0"/>
        </a:xfrm>
      </p:grpSpPr>
      <p:pic>
        <p:nvPicPr>
          <p:cNvPr id="7" name="Picture">
            <a:extLst>
              <a:ext uri="{FF2B5EF4-FFF2-40B4-BE49-F238E27FC236}">
                <a16:creationId xmlns:a16="http://schemas.microsoft.com/office/drawing/2014/main" id="{10488547-E458-BA87-EB92-7604DF9B6474}"/>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CE92334B-5C60-F64B-2FF0-8853663CD087}"/>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BE262588-69FF-AB74-1E88-1993B06797C3}"/>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pic>
        <p:nvPicPr>
          <p:cNvPr id="8" name="Micron" descr="Micron">
            <a:extLst>
              <a:ext uri="{FF2B5EF4-FFF2-40B4-BE49-F238E27FC236}">
                <a16:creationId xmlns:a16="http://schemas.microsoft.com/office/drawing/2014/main" id="{CA00578F-BE85-3776-E04D-505995F8506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38466916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Slide 23">
    <p:bg>
      <p:bgPr>
        <a:solidFill>
          <a:schemeClr val="bg1"/>
        </a:solidFill>
        <a:effectLst/>
      </p:bgPr>
    </p:bg>
    <p:spTree>
      <p:nvGrpSpPr>
        <p:cNvPr id="1" name=""/>
        <p:cNvGrpSpPr/>
        <p:nvPr/>
      </p:nvGrpSpPr>
      <p:grpSpPr>
        <a:xfrm>
          <a:off x="0" y="0"/>
          <a:ext cx="0" cy="0"/>
          <a:chOff x="0" y="0"/>
          <a:chExt cx="0" cy="0"/>
        </a:xfrm>
      </p:grpSpPr>
      <p:pic>
        <p:nvPicPr>
          <p:cNvPr id="8" name="Picture">
            <a:extLst>
              <a:ext uri="{FF2B5EF4-FFF2-40B4-BE49-F238E27FC236}">
                <a16:creationId xmlns:a16="http://schemas.microsoft.com/office/drawing/2014/main" id="{01D4BE22-3DA3-A612-1F39-9349C0F9A0A2}"/>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TextBox 4">
            <a:extLst>
              <a:ext uri="{FF2B5EF4-FFF2-40B4-BE49-F238E27FC236}">
                <a16:creationId xmlns:a16="http://schemas.microsoft.com/office/drawing/2014/main" id="{CE92334B-5C60-F64B-2FF0-8853663CD087}"/>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BE262588-69FF-AB74-1E88-1993B06797C3}"/>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FFFFFF"/>
                </a:solidFill>
                <a:latin typeface="Arial" panose="020B0604020202020204" pitchFamily="34" charset="0"/>
                <a:cs typeface="Arial" panose="020B0604020202020204" pitchFamily="34" charset="0"/>
              </a:rPr>
              <a:t>Micron Confidential</a:t>
            </a:r>
          </a:p>
        </p:txBody>
      </p:sp>
      <p:pic>
        <p:nvPicPr>
          <p:cNvPr id="7" name="Micron" descr="Micron">
            <a:extLst>
              <a:ext uri="{FF2B5EF4-FFF2-40B4-BE49-F238E27FC236}">
                <a16:creationId xmlns:a16="http://schemas.microsoft.com/office/drawing/2014/main" id="{1893714E-472B-9E80-305E-0CF368669CD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10310637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0160C290-CB1C-4634-2F50-C609362A9FDE}"/>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2024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82931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 Dark Mode">
    <p:bg>
      <p:bgPr>
        <a:solidFill>
          <a:srgbClr val="000000"/>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75CAAB07-BDBC-78DE-C0D5-F0BBD454C857}"/>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2024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1081699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
        <p:nvSpPr>
          <p:cNvPr id="7" name="TextBox 6">
            <a:extLst>
              <a:ext uri="{FF2B5EF4-FFF2-40B4-BE49-F238E27FC236}">
                <a16:creationId xmlns:a16="http://schemas.microsoft.com/office/drawing/2014/main" id="{8D7F64F9-CB88-C3A7-1F87-7943ED5FB395}"/>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8" name="TextBox 7">
            <a:extLst>
              <a:ext uri="{FF2B5EF4-FFF2-40B4-BE49-F238E27FC236}">
                <a16:creationId xmlns:a16="http://schemas.microsoft.com/office/drawing/2014/main" id="{7E8E0595-74E2-C662-F710-2354B3C6EEE7}"/>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24" r:id="rId5"/>
    <p:sldLayoutId id="2147483713" r:id="rId6"/>
    <p:sldLayoutId id="2147483739" r:id="rId7"/>
    <p:sldLayoutId id="2147483663" r:id="rId8"/>
    <p:sldLayoutId id="2147483709" r:id="rId9"/>
    <p:sldLayoutId id="2147483736" r:id="rId10"/>
    <p:sldLayoutId id="2147483676" r:id="rId11"/>
    <p:sldLayoutId id="2147483677" r:id="rId12"/>
    <p:sldLayoutId id="2147483679" r:id="rId13"/>
    <p:sldLayoutId id="2147483706" r:id="rId14"/>
    <p:sldLayoutId id="2147483737" r:id="rId15"/>
    <p:sldLayoutId id="2147483740" r:id="rId16"/>
    <p:sldLayoutId id="2147483741" r:id="rId17"/>
    <p:sldLayoutId id="2147483652" r:id="rId18"/>
    <p:sldLayoutId id="2147483658" r:id="rId19"/>
    <p:sldLayoutId id="2147483659" r:id="rId20"/>
    <p:sldLayoutId id="2147483660" r:id="rId21"/>
    <p:sldLayoutId id="2147483661" r:id="rId22"/>
    <p:sldLayoutId id="2147483686" r:id="rId23"/>
    <p:sldLayoutId id="2147483687" r:id="rId24"/>
    <p:sldLayoutId id="2147483725" r:id="rId25"/>
    <p:sldLayoutId id="2147483727" r:id="rId26"/>
    <p:sldLayoutId id="2147483688" r:id="rId27"/>
    <p:sldLayoutId id="2147483682" r:id="rId28"/>
    <p:sldLayoutId id="2147483666" r:id="rId29"/>
    <p:sldLayoutId id="2147483730" r:id="rId30"/>
    <p:sldLayoutId id="2147483662" r:id="rId31"/>
    <p:sldLayoutId id="2147483732" r:id="rId32"/>
    <p:sldLayoutId id="2147483667" r:id="rId33"/>
    <p:sldLayoutId id="2147483733" r:id="rId34"/>
    <p:sldLayoutId id="2147483680" r:id="rId35"/>
    <p:sldLayoutId id="2147483681" r:id="rId36"/>
    <p:sldLayoutId id="2147483654" r:id="rId37"/>
    <p:sldLayoutId id="2147483729" r:id="rId38"/>
    <p:sldLayoutId id="2147483655"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 id="2147483755" r:id="rId49"/>
    <p:sldLayoutId id="2147483756" r:id="rId50"/>
    <p:sldLayoutId id="2147483757" r:id="rId51"/>
    <p:sldLayoutId id="2147483758" r:id="rId52"/>
    <p:sldLayoutId id="2147483759" r:id="rId53"/>
    <p:sldLayoutId id="2147483760" r:id="rId54"/>
    <p:sldLayoutId id="2147483761" r:id="rId55"/>
    <p:sldLayoutId id="2147483669" r:id="rId56"/>
    <p:sldLayoutId id="2147483738" r:id="rId57"/>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F4E4D36-D998-4077-9B42-BA789BE570F6}"/>
              </a:ext>
            </a:extLst>
          </p:cNvPr>
          <p:cNvSpPr>
            <a:spLocks noGrp="1"/>
          </p:cNvSpPr>
          <p:nvPr>
            <p:ph type="ctrTitle"/>
          </p:nvPr>
        </p:nvSpPr>
        <p:spPr/>
        <p:txBody>
          <a:bodyPr/>
          <a:lstStyle/>
          <a:p>
            <a:pPr>
              <a:defRPr sz="4400" b="1">
                <a:solidFill>
                  <a:srgbClr val="FFFFFF"/>
                </a:solidFill>
              </a:defRPr>
            </a:pPr>
            <a:r>
              <a:rPr lang="en-US" sz="6000" dirty="0"/>
              <a:t>Y6CP FID DPM Recovery Analysis</a:t>
            </a:r>
          </a:p>
        </p:txBody>
      </p:sp>
      <p:sp>
        <p:nvSpPr>
          <p:cNvPr id="3" name="Subtitle 3">
            <a:extLst>
              <a:ext uri="{FF2B5EF4-FFF2-40B4-BE49-F238E27FC236}">
                <a16:creationId xmlns:a16="http://schemas.microsoft.com/office/drawing/2014/main" id="{30AA819D-9365-4360-AC3B-36813CDA1FB9}"/>
              </a:ext>
            </a:extLst>
          </p:cNvPr>
          <p:cNvSpPr>
            <a:spLocks noGrp="1"/>
          </p:cNvSpPr>
          <p:nvPr>
            <p:ph type="subTitle" idx="1"/>
          </p:nvPr>
        </p:nvSpPr>
        <p:spPr/>
        <p:txBody>
          <a:bodyPr/>
          <a:lstStyle/>
          <a:p>
            <a:r>
              <a:rPr lang="en-US" dirty="0"/>
              <a:t>Month 04 2025</a:t>
            </a:r>
          </a:p>
          <a:p>
            <a:r>
              <a:rPr lang="en-US" dirty="0"/>
              <a:t>Abbiramavali</a:t>
            </a:r>
          </a:p>
          <a:p>
            <a:r>
              <a:rPr lang="en-US" dirty="0"/>
              <a:t>MMP DEG PE </a:t>
            </a:r>
          </a:p>
        </p:txBody>
      </p:sp>
      <p:sp>
        <p:nvSpPr>
          <p:cNvPr id="8" name="Instructions">
            <a:extLst>
              <a:ext uri="{FF2B5EF4-FFF2-40B4-BE49-F238E27FC236}">
                <a16:creationId xmlns:a16="http://schemas.microsoft.com/office/drawing/2014/main" id="{8629E1E7-4458-F64E-A26E-FD948B7896F4}"/>
              </a:ext>
            </a:extLst>
          </p:cNvPr>
          <p:cNvSpPr/>
          <p:nvPr/>
        </p:nvSpPr>
        <p:spPr>
          <a:xfrm>
            <a:off x="8780145" y="484632"/>
            <a:ext cx="2926080" cy="886968"/>
          </a:xfrm>
          <a:prstGeom prst="rect">
            <a:avLst/>
          </a:prstGeom>
          <a:solidFill>
            <a:srgbClr val="FFBE1E"/>
          </a:solidFill>
          <a:ln>
            <a:noFill/>
          </a:ln>
        </p:spPr>
        <p:style>
          <a:lnRef idx="0">
            <a:schemeClr val="accent1"/>
          </a:lnRef>
          <a:fillRef idx="1">
            <a:schemeClr val="accent1"/>
          </a:fillRef>
          <a:effectRef idx="0">
            <a:schemeClr val="dk1"/>
          </a:effectRef>
          <a:fontRef idx="minor">
            <a:schemeClr val="dk1"/>
          </a:fontRef>
        </p:style>
        <p:txBody>
          <a:bodyPr rtlCol="0" anchor="ctr"/>
          <a:lstStyle/>
          <a:p>
            <a:pPr algn="ctr">
              <a:spcBef>
                <a:spcPts val="300"/>
              </a:spcBef>
            </a:pPr>
            <a:r>
              <a:rPr lang="en-US" sz="700" b="1" dirty="0">
                <a:solidFill>
                  <a:srgbClr val="000000"/>
                </a:solidFill>
              </a:rPr>
              <a:t>READ &amp; DELETE BEFORE USING</a:t>
            </a:r>
          </a:p>
          <a:p>
            <a:pPr algn="ctr">
              <a:spcBef>
                <a:spcPts val="300"/>
              </a:spcBef>
            </a:pPr>
            <a:r>
              <a:rPr lang="en-US" sz="700" dirty="0">
                <a:solidFill>
                  <a:srgbClr val="000000"/>
                </a:solidFill>
              </a:rPr>
              <a:t>Presentation titles should be three lines maximum. </a:t>
            </a:r>
            <a:br>
              <a:rPr lang="en-US" sz="700" dirty="0">
                <a:solidFill>
                  <a:srgbClr val="000000"/>
                </a:solidFill>
              </a:rPr>
            </a:br>
            <a:r>
              <a:rPr lang="en-US" sz="700" dirty="0">
                <a:solidFill>
                  <a:srgbClr val="000000"/>
                </a:solidFill>
              </a:rPr>
              <a:t>If presentation title cannot be rewritten to fit on three lines, </a:t>
            </a:r>
            <a:br>
              <a:rPr lang="en-US" sz="700" dirty="0">
                <a:solidFill>
                  <a:srgbClr val="000000"/>
                </a:solidFill>
              </a:rPr>
            </a:br>
            <a:r>
              <a:rPr lang="en-US" sz="700" dirty="0">
                <a:solidFill>
                  <a:srgbClr val="000000"/>
                </a:solidFill>
              </a:rPr>
              <a:t>text size should be reduced to fit on three lines. </a:t>
            </a:r>
            <a:br>
              <a:rPr lang="en-US" sz="700" dirty="0">
                <a:solidFill>
                  <a:srgbClr val="000000"/>
                </a:solidFill>
              </a:rPr>
            </a:br>
            <a:r>
              <a:rPr lang="en-US" sz="700" dirty="0">
                <a:solidFill>
                  <a:srgbClr val="000000"/>
                </a:solidFill>
              </a:rPr>
              <a:t>Text size may be increased for very short titles.</a:t>
            </a:r>
          </a:p>
        </p:txBody>
      </p:sp>
    </p:spTree>
    <p:extLst>
      <p:ext uri="{BB962C8B-B14F-4D97-AF65-F5344CB8AC3E}">
        <p14:creationId xmlns:p14="http://schemas.microsoft.com/office/powerpoint/2010/main" val="652176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58BCA-DBD4-36E0-48B8-97AC5BE405F7}"/>
              </a:ext>
            </a:extLst>
          </p:cNvPr>
          <p:cNvSpPr>
            <a:spLocks noGrp="1"/>
          </p:cNvSpPr>
          <p:nvPr>
            <p:ph type="title"/>
          </p:nvPr>
        </p:nvSpPr>
        <p:spPr/>
        <p:txBody>
          <a:bodyPr/>
          <a:lstStyle/>
          <a:p>
            <a:r>
              <a:rPr lang="en-US" dirty="0"/>
              <a:t>Executive Summary</a:t>
            </a:r>
            <a:br>
              <a:rPr lang="en-US" dirty="0"/>
            </a:br>
            <a:endParaRPr lang="en-US" dirty="0"/>
          </a:p>
        </p:txBody>
      </p:sp>
      <p:sp>
        <p:nvSpPr>
          <p:cNvPr id="3" name="Content Placeholder 2">
            <a:extLst>
              <a:ext uri="{FF2B5EF4-FFF2-40B4-BE49-F238E27FC236}">
                <a16:creationId xmlns:a16="http://schemas.microsoft.com/office/drawing/2014/main" id="{CFDFAC4D-4ED7-46AF-4616-39D37D87B003}"/>
              </a:ext>
            </a:extLst>
          </p:cNvPr>
          <p:cNvSpPr>
            <a:spLocks noGrp="1"/>
          </p:cNvSpPr>
          <p:nvPr>
            <p:ph idx="1"/>
          </p:nvPr>
        </p:nvSpPr>
        <p:spPr/>
        <p:txBody>
          <a:bodyPr/>
          <a:lstStyle/>
          <a:p>
            <a:pPr>
              <a:defRPr sz="1600"/>
            </a:pPr>
            <a:r>
              <a:rPr lang="en-US" dirty="0"/>
              <a:t>Key Findings (SOCAMM2 7500MT, 10-Week Cumulative):</a:t>
            </a:r>
            <a:br>
              <a:rPr lang="en-US" dirty="0"/>
            </a:br>
            <a:br>
              <a:rPr lang="en-US" dirty="0"/>
            </a:br>
            <a:r>
              <a:rPr lang="en-US" dirty="0"/>
              <a:t>HMB1 Step:</a:t>
            </a:r>
            <a:br>
              <a:rPr lang="en-US" dirty="0"/>
            </a:br>
            <a:r>
              <a:rPr lang="en-US" dirty="0"/>
              <a:t>• Yield: 98.32% (29,788 modules tested)</a:t>
            </a:r>
            <a:br>
              <a:rPr lang="en-US" dirty="0"/>
            </a:br>
            <a:r>
              <a:rPr lang="en-US" dirty="0"/>
              <a:t>• Total FID DPM: 265.7 → Remaining: 98.6 DPM</a:t>
            </a:r>
            <a:br>
              <a:rPr lang="en-US" dirty="0"/>
            </a:br>
            <a:r>
              <a:rPr lang="en-US" dirty="0"/>
              <a:t>• Recovery: 167.2 DPM (63% recoverable)</a:t>
            </a:r>
            <a:br>
              <a:rPr lang="en-US" dirty="0"/>
            </a:br>
            <a:br>
              <a:rPr lang="en-US" dirty="0"/>
            </a:br>
            <a:r>
              <a:rPr lang="en-US" dirty="0"/>
              <a:t>QMON Step:</a:t>
            </a:r>
            <a:br>
              <a:rPr lang="en-US" dirty="0"/>
            </a:br>
            <a:r>
              <a:rPr lang="en-US" dirty="0"/>
              <a:t>• Yield: 98.79% (24,126 modules tested)</a:t>
            </a:r>
            <a:br>
              <a:rPr lang="en-US" dirty="0"/>
            </a:br>
            <a:r>
              <a:rPr lang="en-US" dirty="0"/>
              <a:t>• Total FID DPM: 191.2 → Remaining: 59.4 DPM</a:t>
            </a:r>
            <a:br>
              <a:rPr lang="en-US" dirty="0"/>
            </a:br>
            <a:r>
              <a:rPr lang="en-US" dirty="0"/>
              <a:t>• Recovery: 131.8 DPM (69% recoverable)</a:t>
            </a:r>
            <a:br>
              <a:rPr lang="en-US" dirty="0"/>
            </a:br>
            <a:br>
              <a:rPr lang="en-US" dirty="0"/>
            </a:br>
            <a:r>
              <a:rPr lang="en-US" dirty="0"/>
              <a:t>Combined SLT (HMB1 × QMON):</a:t>
            </a:r>
            <a:br>
              <a:rPr lang="en-US" dirty="0"/>
            </a:br>
            <a:r>
              <a:rPr lang="en-US" dirty="0"/>
              <a:t>• Combined Yield: 97.13%</a:t>
            </a:r>
            <a:br>
              <a:rPr lang="en-US" dirty="0"/>
            </a:br>
            <a:r>
              <a:rPr lang="en-US" dirty="0"/>
              <a:t>• Total FID DPM: 456.9 → Remaining: 157.9 DPM</a:t>
            </a:r>
            <a:br>
              <a:rPr lang="en-US" dirty="0"/>
            </a:br>
            <a:r>
              <a:rPr lang="en-US" dirty="0"/>
              <a:t>• Total Recoverable: 298.9 DPM (65%)</a:t>
            </a:r>
          </a:p>
          <a:p>
            <a:endParaRPr lang="en-US" dirty="0"/>
          </a:p>
        </p:txBody>
      </p:sp>
      <p:sp>
        <p:nvSpPr>
          <p:cNvPr id="4" name="Text Placeholder 3">
            <a:extLst>
              <a:ext uri="{FF2B5EF4-FFF2-40B4-BE49-F238E27FC236}">
                <a16:creationId xmlns:a16="http://schemas.microsoft.com/office/drawing/2014/main" id="{EAA355BE-658B-0408-D372-6B298985F9A0}"/>
              </a:ext>
            </a:extLst>
          </p:cNvPr>
          <p:cNvSpPr>
            <a:spLocks noGrp="1"/>
          </p:cNvSpPr>
          <p:nvPr>
            <p:ph type="body" sz="quarter" idx="10"/>
          </p:nvPr>
        </p:nvSpPr>
        <p:spPr/>
        <p:txBody>
          <a:bodyPr/>
          <a:lstStyle/>
          <a:p>
            <a:r>
              <a:rPr lang="en-US" dirty="0"/>
              <a:t>SOCAMM2 7500MT | WW202606-15 (10 Weeks) HMB1 &amp; QMON Steps</a:t>
            </a:r>
            <a:br>
              <a:rPr lang="en-US" dirty="0"/>
            </a:br>
            <a:endParaRPr lang="en-US" dirty="0"/>
          </a:p>
        </p:txBody>
      </p:sp>
      <p:sp>
        <p:nvSpPr>
          <p:cNvPr id="5" name="Text Placeholder 4">
            <a:extLst>
              <a:ext uri="{FF2B5EF4-FFF2-40B4-BE49-F238E27FC236}">
                <a16:creationId xmlns:a16="http://schemas.microsoft.com/office/drawing/2014/main" id="{2F6F0714-FD9E-E9A0-E03A-449DE831528D}"/>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44223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782DE-5361-EC7F-8960-C5C8207429A1}"/>
              </a:ext>
            </a:extLst>
          </p:cNvPr>
          <p:cNvSpPr>
            <a:spLocks noGrp="1"/>
          </p:cNvSpPr>
          <p:nvPr>
            <p:ph type="title"/>
          </p:nvPr>
        </p:nvSpPr>
        <p:spPr/>
        <p:txBody>
          <a:bodyPr/>
          <a:lstStyle/>
          <a:p>
            <a:r>
              <a:rPr lang="en-US" dirty="0"/>
              <a:t>DPM to MFG View: Bridging the Communication Gap</a:t>
            </a:r>
            <a:br>
              <a:rPr lang="en-US" dirty="0"/>
            </a:br>
            <a:endParaRPr lang="en-US" dirty="0"/>
          </a:p>
        </p:txBody>
      </p:sp>
      <p:sp>
        <p:nvSpPr>
          <p:cNvPr id="4" name="Text Placeholder 3">
            <a:extLst>
              <a:ext uri="{FF2B5EF4-FFF2-40B4-BE49-F238E27FC236}">
                <a16:creationId xmlns:a16="http://schemas.microsoft.com/office/drawing/2014/main" id="{0B04980B-B62F-7B28-C034-561C928CD265}"/>
              </a:ext>
            </a:extLst>
          </p:cNvPr>
          <p:cNvSpPr>
            <a:spLocks noGrp="1"/>
          </p:cNvSpPr>
          <p:nvPr>
            <p:ph type="body" sz="quarter" idx="11"/>
          </p:nvPr>
        </p:nvSpPr>
        <p:spPr/>
        <p:txBody>
          <a:bodyPr/>
          <a:lstStyle/>
          <a:p>
            <a:endParaRPr lang="en-US"/>
          </a:p>
        </p:txBody>
      </p:sp>
      <p:graphicFrame>
        <p:nvGraphicFramePr>
          <p:cNvPr id="5" name="Table 4">
            <a:extLst>
              <a:ext uri="{FF2B5EF4-FFF2-40B4-BE49-F238E27FC236}">
                <a16:creationId xmlns:a16="http://schemas.microsoft.com/office/drawing/2014/main" id="{9F6F8A68-F370-4646-C25D-5F24FD3FAEDC}"/>
              </a:ext>
            </a:extLst>
          </p:cNvPr>
          <p:cNvGraphicFramePr>
            <a:graphicFrameLocks noGrp="1"/>
          </p:cNvGraphicFramePr>
          <p:nvPr>
            <p:extLst>
              <p:ext uri="{D42A27DB-BD31-4B8C-83A1-F6EECF244321}">
                <p14:modId xmlns:p14="http://schemas.microsoft.com/office/powerpoint/2010/main" val="373916236"/>
              </p:ext>
            </p:extLst>
          </p:nvPr>
        </p:nvGraphicFramePr>
        <p:xfrm>
          <a:off x="1255853" y="1339191"/>
          <a:ext cx="9144000" cy="25603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65760">
                <a:tc>
                  <a:txBody>
                    <a:bodyPr/>
                    <a:lstStyle/>
                    <a:p>
                      <a:pPr algn="ctr">
                        <a:defRPr sz="1400" b="1">
                          <a:solidFill>
                            <a:srgbClr val="FFFFFF"/>
                          </a:solidFill>
                        </a:defRPr>
                      </a:pPr>
                      <a:r>
                        <a:rPr dirty="0"/>
                        <a:t>Metric</a:t>
                      </a:r>
                    </a:p>
                  </a:txBody>
                  <a:tcPr>
                    <a:solidFill>
                      <a:srgbClr val="003366"/>
                    </a:solidFill>
                  </a:tcPr>
                </a:tc>
                <a:tc>
                  <a:txBody>
                    <a:bodyPr/>
                    <a:lstStyle/>
                    <a:p>
                      <a:pPr algn="ctr">
                        <a:defRPr sz="1400" b="1">
                          <a:solidFill>
                            <a:srgbClr val="FFFFFF"/>
                          </a:solidFill>
                        </a:defRPr>
                      </a:pPr>
                      <a:r>
                        <a:t>HMB1</a:t>
                      </a:r>
                    </a:p>
                  </a:txBody>
                  <a:tcPr>
                    <a:solidFill>
                      <a:srgbClr val="003366"/>
                    </a:solidFill>
                  </a:tcPr>
                </a:tc>
                <a:tc>
                  <a:txBody>
                    <a:bodyPr/>
                    <a:lstStyle/>
                    <a:p>
                      <a:pPr algn="ctr">
                        <a:defRPr sz="1400" b="1">
                          <a:solidFill>
                            <a:srgbClr val="FFFFFF"/>
                          </a:solidFill>
                        </a:defRPr>
                      </a:pPr>
                      <a:r>
                        <a:t>QMON</a:t>
                      </a:r>
                    </a:p>
                  </a:txBody>
                  <a:tcPr>
                    <a:solidFill>
                      <a:srgbClr val="003366"/>
                    </a:solidFill>
                  </a:tcPr>
                </a:tc>
                <a:tc>
                  <a:txBody>
                    <a:bodyPr/>
                    <a:lstStyle/>
                    <a:p>
                      <a:pPr algn="ctr">
                        <a:defRPr sz="1400" b="1">
                          <a:solidFill>
                            <a:srgbClr val="FFFFFF"/>
                          </a:solidFill>
                        </a:defRPr>
                      </a:pPr>
                      <a:r>
                        <a:t>Combined SLT</a:t>
                      </a:r>
                    </a:p>
                  </a:txBody>
                  <a:tcPr>
                    <a:solidFill>
                      <a:srgbClr val="003366"/>
                    </a:solidFill>
                  </a:tcPr>
                </a:tc>
                <a:extLst>
                  <a:ext uri="{0D108BD9-81ED-4DB2-BD59-A6C34878D82A}">
                    <a16:rowId xmlns:a16="http://schemas.microsoft.com/office/drawing/2014/main" val="10000"/>
                  </a:ext>
                </a:extLst>
              </a:tr>
              <a:tr h="365760">
                <a:tc>
                  <a:txBody>
                    <a:bodyPr/>
                    <a:lstStyle/>
                    <a:p>
                      <a:pPr algn="ctr">
                        <a:defRPr sz="1400" b="1"/>
                      </a:pPr>
                      <a:r>
                        <a:t>MFG View (Yield %)</a:t>
                      </a:r>
                    </a:p>
                  </a:txBody>
                  <a:tcPr>
                    <a:solidFill>
                      <a:srgbClr val="C6E0B4"/>
                    </a:solidFill>
                  </a:tcPr>
                </a:tc>
                <a:tc>
                  <a:txBody>
                    <a:bodyPr/>
                    <a:lstStyle/>
                    <a:p>
                      <a:pPr algn="ctr">
                        <a:defRPr sz="1400" b="1"/>
                      </a:pPr>
                      <a:r>
                        <a:t>98.32%</a:t>
                      </a:r>
                    </a:p>
                  </a:txBody>
                  <a:tcPr>
                    <a:solidFill>
                      <a:srgbClr val="C6E0B4"/>
                    </a:solidFill>
                  </a:tcPr>
                </a:tc>
                <a:tc>
                  <a:txBody>
                    <a:bodyPr/>
                    <a:lstStyle/>
                    <a:p>
                      <a:pPr algn="ctr">
                        <a:defRPr sz="1400" b="1"/>
                      </a:pPr>
                      <a:r>
                        <a:t>98.79%</a:t>
                      </a:r>
                    </a:p>
                  </a:txBody>
                  <a:tcPr>
                    <a:solidFill>
                      <a:srgbClr val="C6E0B4"/>
                    </a:solidFill>
                  </a:tcPr>
                </a:tc>
                <a:tc>
                  <a:txBody>
                    <a:bodyPr/>
                    <a:lstStyle/>
                    <a:p>
                      <a:pPr algn="ctr">
                        <a:defRPr sz="1400" b="1"/>
                      </a:pPr>
                      <a:r>
                        <a:t>97.13%</a:t>
                      </a:r>
                    </a:p>
                  </a:txBody>
                  <a:tcPr>
                    <a:solidFill>
                      <a:srgbClr val="C6E0B4"/>
                    </a:solidFill>
                  </a:tcPr>
                </a:tc>
                <a:extLst>
                  <a:ext uri="{0D108BD9-81ED-4DB2-BD59-A6C34878D82A}">
                    <a16:rowId xmlns:a16="http://schemas.microsoft.com/office/drawing/2014/main" val="10001"/>
                  </a:ext>
                </a:extLst>
              </a:tr>
              <a:tr h="365760">
                <a:tc>
                  <a:txBody>
                    <a:bodyPr/>
                    <a:lstStyle/>
                    <a:p>
                      <a:pPr algn="ctr">
                        <a:defRPr sz="1400"/>
                      </a:pPr>
                      <a:r>
                        <a:t>Modules Tested</a:t>
                      </a:r>
                    </a:p>
                  </a:txBody>
                  <a:tcPr/>
                </a:tc>
                <a:tc>
                  <a:txBody>
                    <a:bodyPr/>
                    <a:lstStyle/>
                    <a:p>
                      <a:pPr algn="ctr">
                        <a:defRPr sz="1400"/>
                      </a:pPr>
                      <a:r>
                        <a:t>29,788</a:t>
                      </a:r>
                    </a:p>
                  </a:txBody>
                  <a:tcPr/>
                </a:tc>
                <a:tc>
                  <a:txBody>
                    <a:bodyPr/>
                    <a:lstStyle/>
                    <a:p>
                      <a:pPr algn="ctr">
                        <a:defRPr sz="1400"/>
                      </a:pPr>
                      <a:r>
                        <a:t>24,126</a:t>
                      </a:r>
                    </a:p>
                  </a:txBody>
                  <a:tcPr/>
                </a:tc>
                <a:tc>
                  <a:txBody>
                    <a:bodyPr/>
                    <a:lstStyle/>
                    <a:p>
                      <a:pPr algn="ctr">
                        <a:defRPr sz="1400"/>
                      </a:pPr>
                      <a:r>
                        <a:t>-</a:t>
                      </a:r>
                    </a:p>
                  </a:txBody>
                  <a:tcPr/>
                </a:tc>
                <a:extLst>
                  <a:ext uri="{0D108BD9-81ED-4DB2-BD59-A6C34878D82A}">
                    <a16:rowId xmlns:a16="http://schemas.microsoft.com/office/drawing/2014/main" val="10002"/>
                  </a:ext>
                </a:extLst>
              </a:tr>
              <a:tr h="365760">
                <a:tc>
                  <a:txBody>
                    <a:bodyPr/>
                    <a:lstStyle/>
                    <a:p>
                      <a:pPr algn="ctr">
                        <a:defRPr sz="1400"/>
                      </a:pPr>
                      <a:r>
                        <a:t>Modules Failed</a:t>
                      </a:r>
                    </a:p>
                  </a:txBody>
                  <a:tcPr/>
                </a:tc>
                <a:tc>
                  <a:txBody>
                    <a:bodyPr/>
                    <a:lstStyle/>
                    <a:p>
                      <a:pPr algn="ctr">
                        <a:defRPr sz="1400"/>
                      </a:pPr>
                      <a:r>
                        <a:t>500</a:t>
                      </a:r>
                    </a:p>
                  </a:txBody>
                  <a:tcPr/>
                </a:tc>
                <a:tc>
                  <a:txBody>
                    <a:bodyPr/>
                    <a:lstStyle/>
                    <a:p>
                      <a:pPr algn="ctr">
                        <a:defRPr sz="1400"/>
                      </a:pPr>
                      <a:r>
                        <a:t>292</a:t>
                      </a:r>
                    </a:p>
                  </a:txBody>
                  <a:tcPr/>
                </a:tc>
                <a:tc>
                  <a:txBody>
                    <a:bodyPr/>
                    <a:lstStyle/>
                    <a:p>
                      <a:pPr algn="ctr">
                        <a:defRPr sz="1400"/>
                      </a:pPr>
                      <a:r>
                        <a:t>792</a:t>
                      </a:r>
                    </a:p>
                  </a:txBody>
                  <a:tcPr/>
                </a:tc>
                <a:extLst>
                  <a:ext uri="{0D108BD9-81ED-4DB2-BD59-A6C34878D82A}">
                    <a16:rowId xmlns:a16="http://schemas.microsoft.com/office/drawing/2014/main" val="10003"/>
                  </a:ext>
                </a:extLst>
              </a:tr>
              <a:tr h="365760">
                <a:tc>
                  <a:txBody>
                    <a:bodyPr/>
                    <a:lstStyle/>
                    <a:p>
                      <a:pPr algn="ctr">
                        <a:defRPr sz="1400" b="1"/>
                      </a:pPr>
                      <a:r>
                        <a:rPr dirty="0"/>
                        <a:t>ENG View (</a:t>
                      </a:r>
                      <a:r>
                        <a:rPr lang="en-US" dirty="0"/>
                        <a:t>FID DPM</a:t>
                      </a:r>
                      <a:r>
                        <a:rPr dirty="0"/>
                        <a:t>)</a:t>
                      </a:r>
                    </a:p>
                  </a:txBody>
                  <a:tcPr>
                    <a:solidFill>
                      <a:srgbClr val="FFC7CE"/>
                    </a:solidFill>
                  </a:tcPr>
                </a:tc>
                <a:tc>
                  <a:txBody>
                    <a:bodyPr/>
                    <a:lstStyle/>
                    <a:p>
                      <a:pPr algn="ctr">
                        <a:defRPr sz="1400" b="1"/>
                      </a:pPr>
                      <a:r>
                        <a:t>265.7</a:t>
                      </a:r>
                    </a:p>
                  </a:txBody>
                  <a:tcPr>
                    <a:solidFill>
                      <a:srgbClr val="FFC7CE"/>
                    </a:solidFill>
                  </a:tcPr>
                </a:tc>
                <a:tc>
                  <a:txBody>
                    <a:bodyPr/>
                    <a:lstStyle/>
                    <a:p>
                      <a:pPr algn="ctr">
                        <a:defRPr sz="1400" b="1"/>
                      </a:pPr>
                      <a:r>
                        <a:t>191.2</a:t>
                      </a:r>
                    </a:p>
                  </a:txBody>
                  <a:tcPr>
                    <a:solidFill>
                      <a:srgbClr val="FFC7CE"/>
                    </a:solidFill>
                  </a:tcPr>
                </a:tc>
                <a:tc>
                  <a:txBody>
                    <a:bodyPr/>
                    <a:lstStyle/>
                    <a:p>
                      <a:pPr algn="ctr">
                        <a:defRPr sz="1400" b="1"/>
                      </a:pPr>
                      <a:r>
                        <a:t>456.9</a:t>
                      </a:r>
                    </a:p>
                  </a:txBody>
                  <a:tcPr>
                    <a:solidFill>
                      <a:srgbClr val="FFC7CE"/>
                    </a:solidFill>
                  </a:tcPr>
                </a:tc>
                <a:extLst>
                  <a:ext uri="{0D108BD9-81ED-4DB2-BD59-A6C34878D82A}">
                    <a16:rowId xmlns:a16="http://schemas.microsoft.com/office/drawing/2014/main" val="10004"/>
                  </a:ext>
                </a:extLst>
              </a:tr>
              <a:tr h="365760">
                <a:tc>
                  <a:txBody>
                    <a:bodyPr/>
                    <a:lstStyle/>
                    <a:p>
                      <a:pPr algn="ctr">
                        <a:defRPr sz="1400"/>
                      </a:pPr>
                      <a:r>
                        <a:t>Recoverable DPM</a:t>
                      </a:r>
                    </a:p>
                  </a:txBody>
                  <a:tcPr/>
                </a:tc>
                <a:tc>
                  <a:txBody>
                    <a:bodyPr/>
                    <a:lstStyle/>
                    <a:p>
                      <a:pPr algn="ctr">
                        <a:defRPr sz="1400"/>
                      </a:pPr>
                      <a:r>
                        <a:t>167.2</a:t>
                      </a:r>
                    </a:p>
                  </a:txBody>
                  <a:tcPr/>
                </a:tc>
                <a:tc>
                  <a:txBody>
                    <a:bodyPr/>
                    <a:lstStyle/>
                    <a:p>
                      <a:pPr algn="ctr">
                        <a:defRPr sz="1400"/>
                      </a:pPr>
                      <a:r>
                        <a:t>131.8</a:t>
                      </a:r>
                    </a:p>
                  </a:txBody>
                  <a:tcPr/>
                </a:tc>
                <a:tc>
                  <a:txBody>
                    <a:bodyPr/>
                    <a:lstStyle/>
                    <a:p>
                      <a:pPr algn="ctr">
                        <a:defRPr sz="1400"/>
                      </a:pPr>
                      <a:r>
                        <a:t>298.9</a:t>
                      </a:r>
                    </a:p>
                  </a:txBody>
                  <a:tcPr/>
                </a:tc>
                <a:extLst>
                  <a:ext uri="{0D108BD9-81ED-4DB2-BD59-A6C34878D82A}">
                    <a16:rowId xmlns:a16="http://schemas.microsoft.com/office/drawing/2014/main" val="10005"/>
                  </a:ext>
                </a:extLst>
              </a:tr>
              <a:tr h="365760">
                <a:tc>
                  <a:txBody>
                    <a:bodyPr/>
                    <a:lstStyle/>
                    <a:p>
                      <a:pPr algn="ctr">
                        <a:defRPr sz="1400" b="1"/>
                      </a:pPr>
                      <a:r>
                        <a:rPr lang="en-US" dirty="0"/>
                        <a:t>Remaining</a:t>
                      </a:r>
                      <a:r>
                        <a:rPr dirty="0"/>
                        <a:t> DPM</a:t>
                      </a:r>
                    </a:p>
                  </a:txBody>
                  <a:tcPr>
                    <a:solidFill>
                      <a:srgbClr val="FFEB9C"/>
                    </a:solidFill>
                  </a:tcPr>
                </a:tc>
                <a:tc>
                  <a:txBody>
                    <a:bodyPr/>
                    <a:lstStyle/>
                    <a:p>
                      <a:pPr algn="ctr">
                        <a:defRPr sz="1400" b="1"/>
                      </a:pPr>
                      <a:r>
                        <a:t>98.6</a:t>
                      </a:r>
                    </a:p>
                  </a:txBody>
                  <a:tcPr>
                    <a:solidFill>
                      <a:srgbClr val="FFEB9C"/>
                    </a:solidFill>
                  </a:tcPr>
                </a:tc>
                <a:tc>
                  <a:txBody>
                    <a:bodyPr/>
                    <a:lstStyle/>
                    <a:p>
                      <a:pPr algn="ctr">
                        <a:defRPr sz="1400" b="1"/>
                      </a:pPr>
                      <a:r>
                        <a:rPr dirty="0"/>
                        <a:t>59.4</a:t>
                      </a:r>
                    </a:p>
                  </a:txBody>
                  <a:tcPr>
                    <a:solidFill>
                      <a:srgbClr val="FFEB9C"/>
                    </a:solidFill>
                  </a:tcPr>
                </a:tc>
                <a:tc>
                  <a:txBody>
                    <a:bodyPr/>
                    <a:lstStyle/>
                    <a:p>
                      <a:pPr algn="ctr">
                        <a:defRPr sz="1400" b="1"/>
                      </a:pPr>
                      <a:r>
                        <a:rPr dirty="0"/>
                        <a:t>157.9</a:t>
                      </a:r>
                    </a:p>
                  </a:txBody>
                  <a:tcPr>
                    <a:solidFill>
                      <a:srgbClr val="FFEB9C"/>
                    </a:solid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7D2CFC0F-FE65-BA56-91E8-425C27D54833}"/>
              </a:ext>
            </a:extLst>
          </p:cNvPr>
          <p:cNvSpPr txBox="1"/>
          <p:nvPr/>
        </p:nvSpPr>
        <p:spPr>
          <a:xfrm>
            <a:off x="457200" y="4114800"/>
            <a:ext cx="11277295" cy="830997"/>
          </a:xfrm>
          <a:prstGeom prst="rect">
            <a:avLst/>
          </a:prstGeom>
          <a:noFill/>
        </p:spPr>
        <p:txBody>
          <a:bodyPr wrap="square">
            <a:spAutoFit/>
          </a:bodyPr>
          <a:lstStyle/>
          <a:p>
            <a:pPr>
              <a:defRPr sz="1600" b="1"/>
            </a:pPr>
            <a:r>
              <a:rPr dirty="0"/>
              <a:t>Key Message:</a:t>
            </a:r>
            <a:br>
              <a:rPr dirty="0"/>
            </a:br>
            <a:r>
              <a:rPr dirty="0">
                <a:highlight>
                  <a:srgbClr val="FFFF00"/>
                </a:highlight>
              </a:rPr>
              <a:t>MFG sees </a:t>
            </a:r>
            <a:r>
              <a:rPr dirty="0"/>
              <a:t>97.1% yield (meeting shipping targets), but </a:t>
            </a:r>
            <a:r>
              <a:rPr dirty="0">
                <a:highlight>
                  <a:srgbClr val="FFFF00"/>
                </a:highlight>
              </a:rPr>
              <a:t>ENG sees</a:t>
            </a:r>
            <a:r>
              <a:rPr dirty="0"/>
              <a:t> 456.9 </a:t>
            </a:r>
            <a:r>
              <a:rPr lang="en-US" dirty="0"/>
              <a:t>FID DPM</a:t>
            </a:r>
            <a:r>
              <a:rPr dirty="0"/>
              <a:t> total risk.</a:t>
            </a:r>
            <a:br>
              <a:rPr dirty="0"/>
            </a:br>
            <a:r>
              <a:rPr dirty="0"/>
              <a:t>Through BIOS/HW+SOP recovery mechanisms, we reduce </a:t>
            </a:r>
            <a:r>
              <a:rPr lang="en-US" dirty="0">
                <a:highlight>
                  <a:srgbClr val="FFFF00"/>
                </a:highlight>
              </a:rPr>
              <a:t>Remaining</a:t>
            </a:r>
            <a:r>
              <a:rPr dirty="0">
                <a:highlight>
                  <a:srgbClr val="FFFF00"/>
                </a:highlight>
              </a:rPr>
              <a:t> risk </a:t>
            </a:r>
            <a:r>
              <a:rPr dirty="0"/>
              <a:t>to 157.9 </a:t>
            </a:r>
            <a:r>
              <a:rPr lang="en-US" dirty="0"/>
              <a:t>FID DPM</a:t>
            </a:r>
            <a:r>
              <a:rPr dirty="0"/>
              <a:t>.</a:t>
            </a:r>
          </a:p>
        </p:txBody>
      </p:sp>
    </p:spTree>
    <p:extLst>
      <p:ext uri="{BB962C8B-B14F-4D97-AF65-F5344CB8AC3E}">
        <p14:creationId xmlns:p14="http://schemas.microsoft.com/office/powerpoint/2010/main" val="3833364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93F28-DF91-4567-29D1-B0A67AA1EAAA}"/>
              </a:ext>
            </a:extLst>
          </p:cNvPr>
          <p:cNvSpPr>
            <a:spLocks noGrp="1"/>
          </p:cNvSpPr>
          <p:nvPr>
            <p:ph type="title"/>
          </p:nvPr>
        </p:nvSpPr>
        <p:spPr/>
        <p:txBody>
          <a:bodyPr/>
          <a:lstStyle/>
          <a:p>
            <a:r>
              <a:rPr lang="en-US" dirty="0"/>
              <a:t>DPM Calculation Method</a:t>
            </a:r>
            <a:br>
              <a:rPr lang="en-US" dirty="0"/>
            </a:br>
            <a:endParaRPr lang="en-US" dirty="0"/>
          </a:p>
        </p:txBody>
      </p:sp>
      <p:sp>
        <p:nvSpPr>
          <p:cNvPr id="6" name="Text Placeholder 5">
            <a:extLst>
              <a:ext uri="{FF2B5EF4-FFF2-40B4-BE49-F238E27FC236}">
                <a16:creationId xmlns:a16="http://schemas.microsoft.com/office/drawing/2014/main" id="{68749E67-30C5-D156-E793-683650544384}"/>
              </a:ext>
            </a:extLst>
          </p:cNvPr>
          <p:cNvSpPr>
            <a:spLocks noGrp="1"/>
          </p:cNvSpPr>
          <p:nvPr>
            <p:ph type="body" sz="quarter" idx="11"/>
          </p:nvPr>
        </p:nvSpPr>
        <p:spPr/>
        <p:txBody>
          <a:bodyPr/>
          <a:lstStyle/>
          <a:p>
            <a:endParaRPr lang="en-US"/>
          </a:p>
        </p:txBody>
      </p:sp>
      <p:sp>
        <p:nvSpPr>
          <p:cNvPr id="7" name="TextBox 6">
            <a:extLst>
              <a:ext uri="{FF2B5EF4-FFF2-40B4-BE49-F238E27FC236}">
                <a16:creationId xmlns:a16="http://schemas.microsoft.com/office/drawing/2014/main" id="{E7F0F51A-752D-818E-8167-8C0396F5CB2D}"/>
              </a:ext>
            </a:extLst>
          </p:cNvPr>
          <p:cNvSpPr txBox="1"/>
          <p:nvPr/>
        </p:nvSpPr>
        <p:spPr>
          <a:xfrm>
            <a:off x="457200" y="1005840"/>
            <a:ext cx="11277295" cy="4185761"/>
          </a:xfrm>
          <a:prstGeom prst="rect">
            <a:avLst/>
          </a:prstGeom>
          <a:noFill/>
        </p:spPr>
        <p:txBody>
          <a:bodyPr wrap="square">
            <a:spAutoFit/>
          </a:bodyPr>
          <a:lstStyle/>
          <a:p>
            <a:pPr>
              <a:defRPr sz="1400">
                <a:latin typeface="Consolas"/>
              </a:defRPr>
            </a:pPr>
            <a:r>
              <a:rPr dirty="0"/>
              <a:t>Formula:</a:t>
            </a:r>
            <a:br>
              <a:rPr dirty="0"/>
            </a:br>
            <a:r>
              <a:rPr dirty="0"/>
              <a:t>                    Unique Failing MSNs</a:t>
            </a:r>
            <a:br>
              <a:rPr dirty="0"/>
            </a:br>
            <a:r>
              <a:rPr dirty="0"/>
              <a:t>        </a:t>
            </a:r>
            <a:r>
              <a:rPr lang="en-US" dirty="0"/>
              <a:t>FID DPM</a:t>
            </a:r>
            <a:r>
              <a:rPr dirty="0"/>
              <a:t> = ─────────────────────────── × 1,000,000</a:t>
            </a:r>
            <a:br>
              <a:rPr dirty="0"/>
            </a:br>
            <a:r>
              <a:rPr dirty="0"/>
              <a:t>                      Total FID UIN</a:t>
            </a:r>
            <a:br>
              <a:rPr dirty="0"/>
            </a:br>
            <a:br>
              <a:rPr dirty="0"/>
            </a:br>
            <a:r>
              <a:rPr dirty="0"/>
              <a:t>Calculation:</a:t>
            </a:r>
            <a:br>
              <a:rPr dirty="0"/>
            </a:br>
            <a:br>
              <a:rPr dirty="0"/>
            </a:br>
            <a:r>
              <a:rPr dirty="0"/>
              <a:t>HMB1:</a:t>
            </a:r>
            <a:br>
              <a:rPr dirty="0"/>
            </a:br>
            <a:r>
              <a:rPr dirty="0"/>
              <a:t>    </a:t>
            </a:r>
            <a:r>
              <a:rPr lang="en-US" dirty="0"/>
              <a:t>FID DPM</a:t>
            </a:r>
            <a:r>
              <a:rPr dirty="0"/>
              <a:t> = 500 unique failing modules / 1,881,631 total FIDs × 1,000,000</a:t>
            </a:r>
            <a:br>
              <a:rPr dirty="0"/>
            </a:br>
            <a:r>
              <a:rPr dirty="0"/>
              <a:t>         = 265.73 DPM</a:t>
            </a:r>
            <a:br>
              <a:rPr dirty="0"/>
            </a:br>
            <a:br>
              <a:rPr dirty="0"/>
            </a:br>
            <a:r>
              <a:rPr dirty="0"/>
              <a:t>QMON:</a:t>
            </a:r>
            <a:br>
              <a:rPr dirty="0"/>
            </a:br>
            <a:r>
              <a:rPr dirty="0"/>
              <a:t>    </a:t>
            </a:r>
            <a:r>
              <a:rPr lang="en-US" dirty="0"/>
              <a:t>FID DPM</a:t>
            </a:r>
            <a:r>
              <a:rPr dirty="0"/>
              <a:t> = 292 unique failing modules / 1,527,576 total FIDs × 1,000,000</a:t>
            </a:r>
            <a:br>
              <a:rPr dirty="0"/>
            </a:br>
            <a:r>
              <a:rPr dirty="0"/>
              <a:t>         = 191.15 DPM</a:t>
            </a:r>
            <a:br>
              <a:rPr dirty="0"/>
            </a:br>
            <a:br>
              <a:rPr dirty="0"/>
            </a:br>
            <a:r>
              <a:rPr dirty="0"/>
              <a:t>Key Points:</a:t>
            </a:r>
            <a:br>
              <a:rPr dirty="0"/>
            </a:br>
            <a:r>
              <a:rPr dirty="0"/>
              <a:t>• Numerator: Count of unique MSNs (modules) with failures - each module counted ONCE</a:t>
            </a:r>
            <a:br>
              <a:rPr dirty="0"/>
            </a:br>
            <a:r>
              <a:rPr dirty="0"/>
              <a:t>• Denominator: Total FID UIN (component population) from </a:t>
            </a:r>
            <a:r>
              <a:rPr dirty="0" err="1"/>
              <a:t>mtsums</a:t>
            </a:r>
            <a:r>
              <a:rPr dirty="0"/>
              <a:t> +</a:t>
            </a:r>
            <a:r>
              <a:rPr dirty="0" err="1"/>
              <a:t>fidag</a:t>
            </a:r>
            <a:br>
              <a:rPr dirty="0"/>
            </a:br>
            <a:r>
              <a:rPr dirty="0"/>
              <a:t>• This gives component-level perspective while counting module-level failures</a:t>
            </a:r>
          </a:p>
        </p:txBody>
      </p:sp>
    </p:spTree>
    <p:extLst>
      <p:ext uri="{BB962C8B-B14F-4D97-AF65-F5344CB8AC3E}">
        <p14:creationId xmlns:p14="http://schemas.microsoft.com/office/powerpoint/2010/main" val="1806765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AD6AC-2A96-8330-9D64-E984C6DBEA3C}"/>
              </a:ext>
            </a:extLst>
          </p:cNvPr>
          <p:cNvSpPr>
            <a:spLocks noGrp="1"/>
          </p:cNvSpPr>
          <p:nvPr>
            <p:ph type="title"/>
          </p:nvPr>
        </p:nvSpPr>
        <p:spPr/>
        <p:txBody>
          <a:bodyPr/>
          <a:lstStyle/>
          <a:p>
            <a:r>
              <a:rPr lang="en-US" dirty="0"/>
              <a:t>Top FAILCRAWLER Categories by DPM</a:t>
            </a:r>
            <a:br>
              <a:rPr lang="en-US" dirty="0"/>
            </a:br>
            <a:endParaRPr lang="en-US" dirty="0"/>
          </a:p>
        </p:txBody>
      </p:sp>
      <p:sp>
        <p:nvSpPr>
          <p:cNvPr id="6" name="Text Placeholder 5">
            <a:extLst>
              <a:ext uri="{FF2B5EF4-FFF2-40B4-BE49-F238E27FC236}">
                <a16:creationId xmlns:a16="http://schemas.microsoft.com/office/drawing/2014/main" id="{66D58BDF-9F76-428F-1CE0-44FD620F03C9}"/>
              </a:ext>
            </a:extLst>
          </p:cNvPr>
          <p:cNvSpPr>
            <a:spLocks noGrp="1"/>
          </p:cNvSpPr>
          <p:nvPr>
            <p:ph type="body" sz="quarter" idx="11"/>
          </p:nvPr>
        </p:nvSpPr>
        <p:spPr/>
        <p:txBody>
          <a:bodyPr/>
          <a:lstStyle/>
          <a:p>
            <a:endParaRPr lang="en-US"/>
          </a:p>
        </p:txBody>
      </p:sp>
      <p:sp>
        <p:nvSpPr>
          <p:cNvPr id="7" name="TextBox 6">
            <a:extLst>
              <a:ext uri="{FF2B5EF4-FFF2-40B4-BE49-F238E27FC236}">
                <a16:creationId xmlns:a16="http://schemas.microsoft.com/office/drawing/2014/main" id="{57ECCBF0-F33C-50CB-1BCB-2A4C056AB7D7}"/>
              </a:ext>
            </a:extLst>
          </p:cNvPr>
          <p:cNvSpPr txBox="1"/>
          <p:nvPr/>
        </p:nvSpPr>
        <p:spPr>
          <a:xfrm>
            <a:off x="457200" y="1097280"/>
            <a:ext cx="5486400" cy="4572000"/>
          </a:xfrm>
          <a:prstGeom prst="rect">
            <a:avLst/>
          </a:prstGeom>
          <a:noFill/>
        </p:spPr>
        <p:txBody>
          <a:bodyPr wrap="square">
            <a:spAutoFit/>
          </a:bodyPr>
          <a:lstStyle/>
          <a:p>
            <a:pPr>
              <a:defRPr sz="1300"/>
            </a:pPr>
            <a:r>
              <a:rPr dirty="0"/>
              <a:t>HMB1 (Total: 265.7 DPM)</a:t>
            </a:r>
            <a:br>
              <a:rPr dirty="0"/>
            </a:br>
            <a:r>
              <a:rPr dirty="0"/>
              <a:t>───────────────────────────────────</a:t>
            </a:r>
            <a:br>
              <a:rPr dirty="0"/>
            </a:br>
            <a:r>
              <a:rPr dirty="0"/>
              <a:t>• MULTI_BANK_MULTI_DQ: 98.0 DPM (37%)</a:t>
            </a:r>
            <a:br>
              <a:rPr dirty="0"/>
            </a:br>
            <a:r>
              <a:rPr dirty="0"/>
              <a:t>• SINGLE_BURST_SINGLE_ROW: 46.3 DPM (17%)</a:t>
            </a:r>
            <a:br>
              <a:rPr dirty="0"/>
            </a:br>
            <a:r>
              <a:rPr dirty="0"/>
              <a:t>• HGDC: 41.6 DPM (16%)</a:t>
            </a:r>
            <a:br>
              <a:rPr dirty="0"/>
            </a:br>
            <a:r>
              <a:rPr dirty="0"/>
              <a:t>• HANG: 15.9 DPM (6%)</a:t>
            </a:r>
            <a:br>
              <a:rPr dirty="0"/>
            </a:br>
            <a:r>
              <a:rPr dirty="0"/>
              <a:t>• SYS_EVEN_BURST_BIT: 12.8 DPM (5%)</a:t>
            </a:r>
            <a:br>
              <a:rPr dirty="0"/>
            </a:br>
            <a:r>
              <a:rPr dirty="0"/>
              <a:t>• MULTI_HALFBANK_SINGLE_DQ: 8.7 DPM (3%)</a:t>
            </a:r>
            <a:br>
              <a:rPr dirty="0"/>
            </a:br>
            <a:r>
              <a:rPr dirty="0"/>
              <a:t>• UNKNOWN: 7.4 DPM (3%)</a:t>
            </a:r>
            <a:br>
              <a:rPr dirty="0"/>
            </a:br>
            <a:r>
              <a:rPr dirty="0"/>
              <a:t>• MULTI_HALFBANK_MULTI_DQ: 6.2 DPM (2%)</a:t>
            </a:r>
          </a:p>
        </p:txBody>
      </p:sp>
      <p:sp>
        <p:nvSpPr>
          <p:cNvPr id="8" name="TextBox 7">
            <a:extLst>
              <a:ext uri="{FF2B5EF4-FFF2-40B4-BE49-F238E27FC236}">
                <a16:creationId xmlns:a16="http://schemas.microsoft.com/office/drawing/2014/main" id="{C8111578-491A-BB82-518A-88145A801982}"/>
              </a:ext>
            </a:extLst>
          </p:cNvPr>
          <p:cNvSpPr txBox="1"/>
          <p:nvPr/>
        </p:nvSpPr>
        <p:spPr>
          <a:xfrm>
            <a:off x="6217920" y="1097280"/>
            <a:ext cx="5486400" cy="4572000"/>
          </a:xfrm>
          <a:prstGeom prst="rect">
            <a:avLst/>
          </a:prstGeom>
          <a:noFill/>
        </p:spPr>
        <p:txBody>
          <a:bodyPr wrap="square">
            <a:spAutoFit/>
          </a:bodyPr>
          <a:lstStyle/>
          <a:p>
            <a:pPr>
              <a:defRPr sz="1300"/>
            </a:pPr>
            <a:r>
              <a:rPr dirty="0"/>
              <a:t>QMON (Total: 191.2 DPM)</a:t>
            </a:r>
            <a:br>
              <a:rPr dirty="0"/>
            </a:br>
            <a:r>
              <a:rPr dirty="0"/>
              <a:t>───────────────────────────────────</a:t>
            </a:r>
            <a:br>
              <a:rPr dirty="0"/>
            </a:br>
            <a:r>
              <a:rPr dirty="0"/>
              <a:t>• MULTI_BANK_MULTI_DQ: 105.5 DPM (55%)</a:t>
            </a:r>
            <a:br>
              <a:rPr dirty="0"/>
            </a:br>
            <a:r>
              <a:rPr dirty="0"/>
              <a:t>• SINGLE_BURST_SINGLE_ROW: 25.3 DPM (13%)</a:t>
            </a:r>
            <a:br>
              <a:rPr dirty="0"/>
            </a:br>
            <a:r>
              <a:rPr dirty="0"/>
              <a:t>• HGDC: 7.6 DPM (4%)</a:t>
            </a:r>
            <a:br>
              <a:rPr dirty="0"/>
            </a:br>
            <a:r>
              <a:rPr dirty="0"/>
              <a:t>• SYS_EVEN_BURST_BIT: 6.9 DPM (4%)</a:t>
            </a:r>
            <a:br>
              <a:rPr dirty="0"/>
            </a:br>
            <a:r>
              <a:rPr dirty="0"/>
              <a:t>• ROW: 6.1 DPM (3%)</a:t>
            </a:r>
            <a:br>
              <a:rPr dirty="0"/>
            </a:br>
            <a:r>
              <a:rPr dirty="0"/>
              <a:t>• DB: 6.0 DPM (3%)</a:t>
            </a:r>
            <a:br>
              <a:rPr dirty="0"/>
            </a:br>
            <a:r>
              <a:rPr dirty="0"/>
              <a:t>• MULTI_HALFBANK_SINGLE_DQ: 5.0 DPM (3%)</a:t>
            </a:r>
            <a:br>
              <a:rPr dirty="0"/>
            </a:br>
            <a:r>
              <a:rPr dirty="0"/>
              <a:t>• MULTI_HALFBANK_MULTI_DQ: 4.7 DPM (2%)</a:t>
            </a:r>
          </a:p>
        </p:txBody>
      </p:sp>
    </p:spTree>
    <p:extLst>
      <p:ext uri="{BB962C8B-B14F-4D97-AF65-F5344CB8AC3E}">
        <p14:creationId xmlns:p14="http://schemas.microsoft.com/office/powerpoint/2010/main" val="4158774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B0A5E-B31A-541E-C0E1-49370B47C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EE86D-23B9-B90E-0DF6-DD6F3BA6E4ED}"/>
              </a:ext>
            </a:extLst>
          </p:cNvPr>
          <p:cNvSpPr>
            <a:spLocks noGrp="1"/>
          </p:cNvSpPr>
          <p:nvPr>
            <p:ph type="title"/>
          </p:nvPr>
        </p:nvSpPr>
        <p:spPr/>
        <p:txBody>
          <a:bodyPr/>
          <a:lstStyle/>
          <a:p>
            <a:r>
              <a:rPr lang="en-US" dirty="0"/>
              <a:t>Recovery Type Assignments</a:t>
            </a:r>
            <a:br>
              <a:rPr lang="en-US" dirty="0"/>
            </a:br>
            <a:br>
              <a:rPr lang="en-US" dirty="0"/>
            </a:br>
            <a:endParaRPr lang="en-US" dirty="0"/>
          </a:p>
        </p:txBody>
      </p:sp>
      <p:sp>
        <p:nvSpPr>
          <p:cNvPr id="6" name="Text Placeholder 5">
            <a:extLst>
              <a:ext uri="{FF2B5EF4-FFF2-40B4-BE49-F238E27FC236}">
                <a16:creationId xmlns:a16="http://schemas.microsoft.com/office/drawing/2014/main" id="{C088DCA3-3387-2E5C-523B-94FA6D3ED15A}"/>
              </a:ext>
            </a:extLst>
          </p:cNvPr>
          <p:cNvSpPr>
            <a:spLocks noGrp="1"/>
          </p:cNvSpPr>
          <p:nvPr>
            <p:ph type="body" sz="quarter" idx="11"/>
          </p:nvPr>
        </p:nvSpPr>
        <p:spPr/>
        <p:txBody>
          <a:bodyPr/>
          <a:lstStyle/>
          <a:p>
            <a:endParaRPr lang="en-US"/>
          </a:p>
        </p:txBody>
      </p:sp>
      <p:sp>
        <p:nvSpPr>
          <p:cNvPr id="3" name="TextBox 2">
            <a:extLst>
              <a:ext uri="{FF2B5EF4-FFF2-40B4-BE49-F238E27FC236}">
                <a16:creationId xmlns:a16="http://schemas.microsoft.com/office/drawing/2014/main" id="{13A0AD01-5BCC-000A-C681-BE480C5B36D8}"/>
              </a:ext>
            </a:extLst>
          </p:cNvPr>
          <p:cNvSpPr txBox="1"/>
          <p:nvPr/>
        </p:nvSpPr>
        <p:spPr>
          <a:xfrm>
            <a:off x="274320" y="914400"/>
            <a:ext cx="11612880" cy="4154984"/>
          </a:xfrm>
          <a:prstGeom prst="rect">
            <a:avLst/>
          </a:prstGeom>
          <a:noFill/>
        </p:spPr>
        <p:txBody>
          <a:bodyPr wrap="square">
            <a:spAutoFit/>
          </a:bodyPr>
          <a:lstStyle/>
          <a:p>
            <a:pPr>
              <a:defRPr sz="1200">
                <a:latin typeface="Consolas"/>
              </a:defRPr>
            </a:pPr>
            <a:r>
              <a:rPr dirty="0"/>
              <a:t>Recovery Mechanism Mapping:</a:t>
            </a:r>
            <a:br>
              <a:rPr dirty="0"/>
            </a:br>
            <a:br>
              <a:rPr dirty="0"/>
            </a:br>
            <a:r>
              <a:rPr dirty="0"/>
              <a:t>┌─────────────────────────────────────────────────────────────────────────┐</a:t>
            </a:r>
            <a:br>
              <a:rPr dirty="0"/>
            </a:br>
            <a:r>
              <a:rPr dirty="0"/>
              <a:t>│ BIOS 100% Recovery (Full recovery projected)                            │</a:t>
            </a:r>
            <a:br>
              <a:rPr dirty="0"/>
            </a:br>
            <a:r>
              <a:rPr dirty="0"/>
              <a:t>│   • MULTI_BANK_MULTI_DQ - Multi-bank failures recoverable via BIOS      │</a:t>
            </a:r>
            <a:br>
              <a:rPr dirty="0"/>
            </a:br>
            <a:r>
              <a:rPr dirty="0"/>
              <a:t>├─────────────────────────────────────────────────────────────────────────┤</a:t>
            </a:r>
            <a:br>
              <a:rPr dirty="0"/>
            </a:br>
            <a:r>
              <a:rPr dirty="0"/>
              <a:t>│ BIOS 50% Recovery (Partial recovery projected)                          │</a:t>
            </a:r>
            <a:br>
              <a:rPr dirty="0"/>
            </a:br>
            <a:r>
              <a:rPr dirty="0"/>
              <a:t>│   • SINGLE_BURST_SINGLE_ROW, HGDC, SYS_EVEN_BURST_BIT                   │</a:t>
            </a:r>
            <a:br>
              <a:rPr dirty="0"/>
            </a:br>
            <a:r>
              <a:rPr dirty="0"/>
              <a:t>│   • SYS_ODD_BURST_BIT, MULTI_BANK_2ROW, SECTION_FAIL_PERIPH             │</a:t>
            </a:r>
            <a:br>
              <a:rPr dirty="0"/>
            </a:br>
            <a:r>
              <a:rPr dirty="0"/>
              <a:t>├─────────────────────────────────────────────────────────────────────────┤</a:t>
            </a:r>
            <a:br>
              <a:rPr dirty="0"/>
            </a:br>
            <a:r>
              <a:rPr dirty="0"/>
              <a:t>│ HW+SOP 100% Recovery (Hardware/SOP fixes)                               │</a:t>
            </a:r>
            <a:br>
              <a:rPr dirty="0"/>
            </a:br>
            <a:r>
              <a:rPr dirty="0"/>
              <a:t>│   • HANG - System hang recoverable via hardware/SOP improvements        │</a:t>
            </a:r>
            <a:br>
              <a:rPr dirty="0"/>
            </a:br>
            <a:r>
              <a:rPr dirty="0"/>
              <a:t>├─────────────────────────────────────────────────────────────────────────┤</a:t>
            </a:r>
            <a:br>
              <a:rPr dirty="0"/>
            </a:br>
            <a:r>
              <a:rPr dirty="0"/>
              <a:t>│ </a:t>
            </a:r>
            <a:r>
              <a:rPr dirty="0" err="1"/>
              <a:t>RPx</a:t>
            </a:r>
            <a:r>
              <a:rPr dirty="0"/>
              <a:t> 0% Recovery (Verified - No false fails found)                       │</a:t>
            </a:r>
            <a:br>
              <a:rPr dirty="0"/>
            </a:br>
            <a:r>
              <a:rPr dirty="0"/>
              <a:t>│   • MULTI_HALFBANK_*, ROW, ROW_LOCAL, MULTI_BANK_SINGLE_DQ              │</a:t>
            </a:r>
            <a:br>
              <a:rPr dirty="0"/>
            </a:br>
            <a:r>
              <a:rPr dirty="0"/>
              <a:t>│   • Note: socamm_false_miscompare.py verified 0% false fail rate        │</a:t>
            </a:r>
            <a:br>
              <a:rPr dirty="0"/>
            </a:br>
            <a:r>
              <a:rPr dirty="0"/>
              <a:t>├─────────────────────────────────────────────────────────────────────────┤</a:t>
            </a:r>
            <a:br>
              <a:rPr dirty="0"/>
            </a:br>
            <a:r>
              <a:rPr dirty="0"/>
              <a:t>│ No Recovery (True failures - </a:t>
            </a:r>
            <a:r>
              <a:rPr lang="en-US" dirty="0"/>
              <a:t>Remaining</a:t>
            </a:r>
            <a:r>
              <a:rPr dirty="0"/>
              <a:t>)                           </a:t>
            </a:r>
            <a:r>
              <a:rPr lang="en-US" dirty="0"/>
              <a:t>      </a:t>
            </a:r>
            <a:r>
              <a:rPr dirty="0"/>
              <a:t>│</a:t>
            </a:r>
            <a:br>
              <a:rPr dirty="0"/>
            </a:br>
            <a:r>
              <a:rPr dirty="0"/>
              <a:t>│   • SB, DB, UNKNOWN, BOOT, SB_MODSYS, SINGLE_BANK, COL_FUSE             │</a:t>
            </a:r>
            <a:br>
              <a:rPr dirty="0"/>
            </a:br>
            <a:r>
              <a:rPr dirty="0"/>
              <a:t>└─────────────────────────────────────────────────────────────────────────┘</a:t>
            </a:r>
            <a:br>
              <a:rPr dirty="0"/>
            </a:br>
            <a:br>
              <a:rPr dirty="0"/>
            </a:br>
            <a:r>
              <a:rPr dirty="0"/>
              <a:t>Note: ROW MSN_STATUS does NOT get BIOS recovery - only </a:t>
            </a:r>
            <a:r>
              <a:rPr dirty="0" err="1"/>
              <a:t>RPx</a:t>
            </a:r>
            <a:r>
              <a:rPr dirty="0"/>
              <a:t> can recover ROW failures</a:t>
            </a:r>
          </a:p>
        </p:txBody>
      </p:sp>
    </p:spTree>
    <p:extLst>
      <p:ext uri="{BB962C8B-B14F-4D97-AF65-F5344CB8AC3E}">
        <p14:creationId xmlns:p14="http://schemas.microsoft.com/office/powerpoint/2010/main" val="2604199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2506D-8BBB-2C87-ABF6-2F2250244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2E26FA-CC2F-4734-81FB-56FCB90E3954}"/>
              </a:ext>
            </a:extLst>
          </p:cNvPr>
          <p:cNvSpPr>
            <a:spLocks noGrp="1"/>
          </p:cNvSpPr>
          <p:nvPr>
            <p:ph type="title"/>
          </p:nvPr>
        </p:nvSpPr>
        <p:spPr/>
        <p:txBody>
          <a:bodyPr/>
          <a:lstStyle/>
          <a:p>
            <a:r>
              <a:rPr lang="en-US" dirty="0"/>
              <a:t>Recovery Summary by Step</a:t>
            </a:r>
            <a:br>
              <a:rPr lang="en-US" dirty="0"/>
            </a:br>
            <a:br>
              <a:rPr lang="en-US" dirty="0"/>
            </a:br>
            <a:br>
              <a:rPr lang="en-US" dirty="0"/>
            </a:br>
            <a:endParaRPr lang="en-US" dirty="0"/>
          </a:p>
        </p:txBody>
      </p:sp>
      <p:sp>
        <p:nvSpPr>
          <p:cNvPr id="6" name="Text Placeholder 5">
            <a:extLst>
              <a:ext uri="{FF2B5EF4-FFF2-40B4-BE49-F238E27FC236}">
                <a16:creationId xmlns:a16="http://schemas.microsoft.com/office/drawing/2014/main" id="{6235265B-DFEA-3513-E9DD-9B485B1577D3}"/>
              </a:ext>
            </a:extLst>
          </p:cNvPr>
          <p:cNvSpPr>
            <a:spLocks noGrp="1"/>
          </p:cNvSpPr>
          <p:nvPr>
            <p:ph type="body" sz="quarter" idx="11"/>
          </p:nvPr>
        </p:nvSpPr>
        <p:spPr/>
        <p:txBody>
          <a:bodyPr/>
          <a:lstStyle/>
          <a:p>
            <a:endParaRPr lang="en-US"/>
          </a:p>
        </p:txBody>
      </p:sp>
      <p:pic>
        <p:nvPicPr>
          <p:cNvPr id="5" name="Picture 4">
            <a:extLst>
              <a:ext uri="{FF2B5EF4-FFF2-40B4-BE49-F238E27FC236}">
                <a16:creationId xmlns:a16="http://schemas.microsoft.com/office/drawing/2014/main" id="{548076DA-A754-64ED-B7CE-4A86DD0CAD15}"/>
              </a:ext>
            </a:extLst>
          </p:cNvPr>
          <p:cNvPicPr>
            <a:picLocks noChangeAspect="1"/>
          </p:cNvPicPr>
          <p:nvPr/>
        </p:nvPicPr>
        <p:blipFill>
          <a:blip r:embed="rId2"/>
          <a:stretch>
            <a:fillRect/>
          </a:stretch>
        </p:blipFill>
        <p:spPr>
          <a:xfrm>
            <a:off x="131700" y="1307939"/>
            <a:ext cx="12060300" cy="3530021"/>
          </a:xfrm>
          <a:prstGeom prst="rect">
            <a:avLst/>
          </a:prstGeom>
        </p:spPr>
      </p:pic>
    </p:spTree>
    <p:extLst>
      <p:ext uri="{BB962C8B-B14F-4D97-AF65-F5344CB8AC3E}">
        <p14:creationId xmlns:p14="http://schemas.microsoft.com/office/powerpoint/2010/main" val="827518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8679" y="1787236"/>
            <a:ext cx="1005840" cy="41563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79" y="1467196"/>
            <a:ext cx="1005840" cy="274320"/>
          </a:xfrm>
          <a:prstGeom prst="rect">
            <a:avLst/>
          </a:prstGeom>
          <a:noFill/>
        </p:spPr>
        <p:txBody>
          <a:bodyPr wrap="none">
            <a:spAutoFit/>
          </a:bodyPr>
          <a:lstStyle/>
          <a:p>
            <a:pPr algn="ctr">
              <a:defRPr sz="1100" b="1">
                <a:solidFill>
                  <a:srgbClr val="000000"/>
                </a:solidFill>
              </a:defRPr>
            </a:pPr>
            <a:r>
              <a:t>478.0</a:t>
            </a:r>
          </a:p>
        </p:txBody>
      </p:sp>
      <p:sp>
        <p:nvSpPr>
          <p:cNvPr id="4" name="TextBox 3"/>
          <p:cNvSpPr txBox="1"/>
          <p:nvPr/>
        </p:nvSpPr>
        <p:spPr>
          <a:xfrm>
            <a:off x="896949" y="6035040"/>
            <a:ext cx="949299" cy="246221"/>
          </a:xfrm>
          <a:prstGeom prst="rect">
            <a:avLst/>
          </a:prstGeom>
          <a:noFill/>
        </p:spPr>
        <p:txBody>
          <a:bodyPr wrap="none">
            <a:spAutoFit/>
          </a:bodyPr>
          <a:lstStyle/>
          <a:p>
            <a:pPr algn="ctr">
              <a:defRPr sz="1000" b="1"/>
            </a:pPr>
            <a:r>
              <a:rPr dirty="0"/>
              <a:t>Total </a:t>
            </a:r>
            <a:r>
              <a:rPr lang="en-US" dirty="0"/>
              <a:t>FID DPM</a:t>
            </a:r>
            <a:endParaRPr dirty="0"/>
          </a:p>
        </p:txBody>
      </p:sp>
      <p:sp>
        <p:nvSpPr>
          <p:cNvPr id="5" name="Rectangle 4"/>
          <p:cNvSpPr/>
          <p:nvPr/>
        </p:nvSpPr>
        <p:spPr>
          <a:xfrm>
            <a:off x="2148839" y="1787236"/>
            <a:ext cx="1005840" cy="1996210"/>
          </a:xfrm>
          <a:prstGeom prst="rect">
            <a:avLst/>
          </a:prstGeom>
          <a:solidFill>
            <a:srgbClr val="FF6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48839" y="2648181"/>
            <a:ext cx="1005840" cy="274320"/>
          </a:xfrm>
          <a:prstGeom prst="rect">
            <a:avLst/>
          </a:prstGeom>
          <a:noFill/>
        </p:spPr>
        <p:txBody>
          <a:bodyPr wrap="none">
            <a:spAutoFit/>
          </a:bodyPr>
          <a:lstStyle/>
          <a:p>
            <a:pPr algn="ctr">
              <a:defRPr sz="1100" b="1">
                <a:solidFill>
                  <a:srgbClr val="000000"/>
                </a:solidFill>
              </a:defRPr>
            </a:pPr>
            <a:r>
              <a:t>-229.6</a:t>
            </a:r>
          </a:p>
        </p:txBody>
      </p:sp>
      <p:sp>
        <p:nvSpPr>
          <p:cNvPr id="7" name="TextBox 6"/>
          <p:cNvSpPr txBox="1"/>
          <p:nvPr/>
        </p:nvSpPr>
        <p:spPr>
          <a:xfrm>
            <a:off x="2148839" y="6035040"/>
            <a:ext cx="1005840" cy="457200"/>
          </a:xfrm>
          <a:prstGeom prst="rect">
            <a:avLst/>
          </a:prstGeom>
          <a:noFill/>
        </p:spPr>
        <p:txBody>
          <a:bodyPr wrap="none">
            <a:spAutoFit/>
          </a:bodyPr>
          <a:lstStyle/>
          <a:p>
            <a:pPr algn="ctr">
              <a:defRPr sz="1000" b="1"/>
            </a:pPr>
            <a:r>
              <a:t>BIOS 100%</a:t>
            </a:r>
          </a:p>
        </p:txBody>
      </p:sp>
      <p:sp>
        <p:nvSpPr>
          <p:cNvPr id="8" name="Rectangle 7"/>
          <p:cNvSpPr/>
          <p:nvPr/>
        </p:nvSpPr>
        <p:spPr>
          <a:xfrm>
            <a:off x="3428999" y="3783447"/>
            <a:ext cx="1005840" cy="812744"/>
          </a:xfrm>
          <a:prstGeom prst="rect">
            <a:avLst/>
          </a:prstGeom>
          <a:solidFill>
            <a:srgbClr val="FF6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28999" y="4052659"/>
            <a:ext cx="1005840" cy="274320"/>
          </a:xfrm>
          <a:prstGeom prst="rect">
            <a:avLst/>
          </a:prstGeom>
          <a:noFill/>
        </p:spPr>
        <p:txBody>
          <a:bodyPr wrap="none">
            <a:spAutoFit/>
          </a:bodyPr>
          <a:lstStyle/>
          <a:p>
            <a:pPr algn="ctr">
              <a:defRPr sz="1100" b="1">
                <a:solidFill>
                  <a:srgbClr val="000000"/>
                </a:solidFill>
              </a:defRPr>
            </a:pPr>
            <a:r>
              <a:t>-93.5</a:t>
            </a:r>
          </a:p>
        </p:txBody>
      </p:sp>
      <p:sp>
        <p:nvSpPr>
          <p:cNvPr id="10" name="TextBox 9"/>
          <p:cNvSpPr txBox="1"/>
          <p:nvPr/>
        </p:nvSpPr>
        <p:spPr>
          <a:xfrm>
            <a:off x="3428999" y="6035040"/>
            <a:ext cx="1005840" cy="457200"/>
          </a:xfrm>
          <a:prstGeom prst="rect">
            <a:avLst/>
          </a:prstGeom>
          <a:noFill/>
        </p:spPr>
        <p:txBody>
          <a:bodyPr wrap="none">
            <a:spAutoFit/>
          </a:bodyPr>
          <a:lstStyle/>
          <a:p>
            <a:pPr algn="ctr">
              <a:defRPr sz="1000" b="1"/>
            </a:pPr>
            <a:r>
              <a:t>BIOS 50%</a:t>
            </a:r>
          </a:p>
        </p:txBody>
      </p:sp>
      <p:sp>
        <p:nvSpPr>
          <p:cNvPr id="11" name="Rectangle 10"/>
          <p:cNvSpPr/>
          <p:nvPr/>
        </p:nvSpPr>
        <p:spPr>
          <a:xfrm>
            <a:off x="4709159" y="4596191"/>
            <a:ext cx="1005840" cy="156952"/>
          </a:xfrm>
          <a:prstGeom prst="rect">
            <a:avLst/>
          </a:prstGeom>
          <a:solidFill>
            <a:srgbClr val="FF6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09159" y="4537507"/>
            <a:ext cx="1005840" cy="274320"/>
          </a:xfrm>
          <a:prstGeom prst="rect">
            <a:avLst/>
          </a:prstGeom>
          <a:noFill/>
        </p:spPr>
        <p:txBody>
          <a:bodyPr wrap="none">
            <a:spAutoFit/>
          </a:bodyPr>
          <a:lstStyle/>
          <a:p>
            <a:pPr algn="ctr">
              <a:defRPr sz="1100" b="1">
                <a:solidFill>
                  <a:srgbClr val="000000"/>
                </a:solidFill>
              </a:defRPr>
            </a:pPr>
            <a:r>
              <a:t>-18.0</a:t>
            </a:r>
          </a:p>
        </p:txBody>
      </p:sp>
      <p:sp>
        <p:nvSpPr>
          <p:cNvPr id="13" name="TextBox 12"/>
          <p:cNvSpPr txBox="1"/>
          <p:nvPr/>
        </p:nvSpPr>
        <p:spPr>
          <a:xfrm>
            <a:off x="4709159" y="6035040"/>
            <a:ext cx="1005840" cy="457200"/>
          </a:xfrm>
          <a:prstGeom prst="rect">
            <a:avLst/>
          </a:prstGeom>
          <a:noFill/>
        </p:spPr>
        <p:txBody>
          <a:bodyPr wrap="none">
            <a:spAutoFit/>
          </a:bodyPr>
          <a:lstStyle/>
          <a:p>
            <a:pPr algn="ctr">
              <a:defRPr sz="1000" b="1"/>
            </a:pPr>
            <a:r>
              <a:t>HW+SOP</a:t>
            </a:r>
          </a:p>
        </p:txBody>
      </p:sp>
      <p:sp>
        <p:nvSpPr>
          <p:cNvPr id="14" name="Rectangle 13"/>
          <p:cNvSpPr/>
          <p:nvPr/>
        </p:nvSpPr>
        <p:spPr>
          <a:xfrm>
            <a:off x="5989320" y="4753143"/>
            <a:ext cx="1005840" cy="4572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89320" y="4638843"/>
            <a:ext cx="1005840" cy="274320"/>
          </a:xfrm>
          <a:prstGeom prst="rect">
            <a:avLst/>
          </a:prstGeom>
          <a:noFill/>
        </p:spPr>
        <p:txBody>
          <a:bodyPr wrap="none">
            <a:spAutoFit/>
          </a:bodyPr>
          <a:lstStyle/>
          <a:p>
            <a:pPr algn="ctr">
              <a:defRPr sz="1100" b="1">
                <a:solidFill>
                  <a:srgbClr val="000000"/>
                </a:solidFill>
              </a:defRPr>
            </a:pPr>
            <a:r>
              <a:t>0</a:t>
            </a:r>
          </a:p>
        </p:txBody>
      </p:sp>
      <p:sp>
        <p:nvSpPr>
          <p:cNvPr id="16" name="TextBox 15"/>
          <p:cNvSpPr txBox="1"/>
          <p:nvPr/>
        </p:nvSpPr>
        <p:spPr>
          <a:xfrm>
            <a:off x="5989320" y="6035040"/>
            <a:ext cx="1005840" cy="457200"/>
          </a:xfrm>
          <a:prstGeom prst="rect">
            <a:avLst/>
          </a:prstGeom>
          <a:noFill/>
        </p:spPr>
        <p:txBody>
          <a:bodyPr wrap="none">
            <a:spAutoFit/>
          </a:bodyPr>
          <a:lstStyle/>
          <a:p>
            <a:pPr algn="ctr">
              <a:defRPr sz="1000" b="1"/>
            </a:pPr>
            <a:r>
              <a:t>RPx</a:t>
            </a:r>
          </a:p>
        </p:txBody>
      </p:sp>
      <p:sp>
        <p:nvSpPr>
          <p:cNvPr id="17" name="Rectangle 16"/>
          <p:cNvSpPr/>
          <p:nvPr/>
        </p:nvSpPr>
        <p:spPr>
          <a:xfrm>
            <a:off x="7269480" y="4753143"/>
            <a:ext cx="1005840" cy="1190456"/>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69480" y="4433103"/>
            <a:ext cx="1005840" cy="274320"/>
          </a:xfrm>
          <a:prstGeom prst="rect">
            <a:avLst/>
          </a:prstGeom>
          <a:noFill/>
        </p:spPr>
        <p:txBody>
          <a:bodyPr wrap="none">
            <a:spAutoFit/>
          </a:bodyPr>
          <a:lstStyle/>
          <a:p>
            <a:pPr algn="ctr">
              <a:defRPr sz="1100" b="1">
                <a:solidFill>
                  <a:srgbClr val="000000"/>
                </a:solidFill>
              </a:defRPr>
            </a:pPr>
            <a:r>
              <a:t>136.9</a:t>
            </a:r>
          </a:p>
        </p:txBody>
      </p:sp>
      <p:sp>
        <p:nvSpPr>
          <p:cNvPr id="19" name="TextBox 18"/>
          <p:cNvSpPr txBox="1"/>
          <p:nvPr/>
        </p:nvSpPr>
        <p:spPr>
          <a:xfrm>
            <a:off x="7397133" y="6035040"/>
            <a:ext cx="750526" cy="246221"/>
          </a:xfrm>
          <a:prstGeom prst="rect">
            <a:avLst/>
          </a:prstGeom>
          <a:noFill/>
        </p:spPr>
        <p:txBody>
          <a:bodyPr wrap="none">
            <a:spAutoFit/>
          </a:bodyPr>
          <a:lstStyle/>
          <a:p>
            <a:pPr algn="ctr">
              <a:defRPr sz="1000" b="1"/>
            </a:pPr>
            <a:r>
              <a:rPr lang="en-US" dirty="0"/>
              <a:t>Remaining</a:t>
            </a:r>
            <a:endParaRPr dirty="0"/>
          </a:p>
        </p:txBody>
      </p:sp>
      <p:sp>
        <p:nvSpPr>
          <p:cNvPr id="20" name="Rectangle 19"/>
          <p:cNvSpPr/>
          <p:nvPr/>
        </p:nvSpPr>
        <p:spPr>
          <a:xfrm>
            <a:off x="3154679" y="3783447"/>
            <a:ext cx="274320" cy="18288"/>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434840" y="4596191"/>
            <a:ext cx="274320" cy="18288"/>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715000" y="4753143"/>
            <a:ext cx="274320" cy="18288"/>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58000" y="1463040"/>
            <a:ext cx="228600" cy="18288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1444752"/>
            <a:ext cx="854721" cy="230832"/>
          </a:xfrm>
          <a:prstGeom prst="rect">
            <a:avLst/>
          </a:prstGeom>
          <a:noFill/>
        </p:spPr>
        <p:txBody>
          <a:bodyPr wrap="none">
            <a:spAutoFit/>
          </a:bodyPr>
          <a:lstStyle/>
          <a:p>
            <a:pPr>
              <a:defRPr sz="900"/>
            </a:pPr>
            <a:r>
              <a:rPr dirty="0"/>
              <a:t>Total </a:t>
            </a:r>
            <a:r>
              <a:rPr lang="en-US" dirty="0"/>
              <a:t>FID DPM</a:t>
            </a:r>
            <a:endParaRPr dirty="0"/>
          </a:p>
        </p:txBody>
      </p:sp>
      <p:sp>
        <p:nvSpPr>
          <p:cNvPr id="25" name="Rectangle 24"/>
          <p:cNvSpPr/>
          <p:nvPr/>
        </p:nvSpPr>
        <p:spPr>
          <a:xfrm>
            <a:off x="6858000" y="1783080"/>
            <a:ext cx="228600" cy="182880"/>
          </a:xfrm>
          <a:prstGeom prst="rect">
            <a:avLst/>
          </a:prstGeom>
          <a:solidFill>
            <a:srgbClr val="FF6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78040" y="1764792"/>
            <a:ext cx="1645920" cy="228600"/>
          </a:xfrm>
          <a:prstGeom prst="rect">
            <a:avLst/>
          </a:prstGeom>
          <a:noFill/>
        </p:spPr>
        <p:txBody>
          <a:bodyPr wrap="none">
            <a:spAutoFit/>
          </a:bodyPr>
          <a:lstStyle/>
          <a:p>
            <a:pPr>
              <a:defRPr sz="900"/>
            </a:pPr>
            <a:r>
              <a:t>Recovery</a:t>
            </a:r>
          </a:p>
        </p:txBody>
      </p:sp>
      <p:sp>
        <p:nvSpPr>
          <p:cNvPr id="27" name="Rectangle 26"/>
          <p:cNvSpPr/>
          <p:nvPr/>
        </p:nvSpPr>
        <p:spPr>
          <a:xfrm>
            <a:off x="6858000" y="2103120"/>
            <a:ext cx="228600" cy="18288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2084831"/>
            <a:ext cx="683200" cy="230832"/>
          </a:xfrm>
          <a:prstGeom prst="rect">
            <a:avLst/>
          </a:prstGeom>
          <a:noFill/>
        </p:spPr>
        <p:txBody>
          <a:bodyPr wrap="none">
            <a:spAutoFit/>
          </a:bodyPr>
          <a:lstStyle/>
          <a:p>
            <a:pPr>
              <a:defRPr sz="900"/>
            </a:pPr>
            <a:r>
              <a:rPr lang="en-US" dirty="0"/>
              <a:t>Remaining</a:t>
            </a:r>
            <a:endParaRPr dirty="0"/>
          </a:p>
        </p:txBody>
      </p:sp>
      <p:sp>
        <p:nvSpPr>
          <p:cNvPr id="29" name="TextBox 28"/>
          <p:cNvSpPr txBox="1"/>
          <p:nvPr/>
        </p:nvSpPr>
        <p:spPr>
          <a:xfrm>
            <a:off x="457200" y="6309360"/>
            <a:ext cx="8229600" cy="365760"/>
          </a:xfrm>
          <a:prstGeom prst="rect">
            <a:avLst/>
          </a:prstGeom>
          <a:noFill/>
        </p:spPr>
        <p:txBody>
          <a:bodyPr wrap="none">
            <a:spAutoFit/>
          </a:bodyPr>
          <a:lstStyle/>
          <a:p>
            <a:pPr algn="ctr">
              <a:defRPr sz="1200" b="1">
                <a:solidFill>
                  <a:srgbClr val="0070C0"/>
                </a:solidFill>
              </a:defRPr>
            </a:pPr>
            <a:r>
              <a:rPr dirty="0"/>
              <a:t>Total Recovery: 71.4% (341.1 DPM recovered)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2367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D444AC6-DFA4-8A4F-3A11-4A5409809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EA3DB-5179-947A-F6A6-CD4A3FD1035C}"/>
              </a:ext>
            </a:extLst>
          </p:cNvPr>
          <p:cNvSpPr>
            <a:spLocks noGrp="1"/>
          </p:cNvSpPr>
          <p:nvPr>
            <p:ph type="title"/>
          </p:nvPr>
        </p:nvSpPr>
        <p:spPr/>
        <p:txBody>
          <a:bodyPr/>
          <a:lstStyle/>
          <a:p>
            <a:r>
              <a:rPr lang="en-US" dirty="0"/>
              <a:t>Appendix: Data Sources &amp; Commands</a:t>
            </a:r>
            <a:br>
              <a:rPr lang="en-US" dirty="0"/>
            </a:br>
            <a:br>
              <a:rPr lang="en-US" dirty="0"/>
            </a:br>
            <a:br>
              <a:rPr lang="en-US" dirty="0"/>
            </a:br>
            <a:br>
              <a:rPr lang="en-US" dirty="0"/>
            </a:br>
            <a:endParaRPr lang="en-US" dirty="0"/>
          </a:p>
        </p:txBody>
      </p:sp>
      <p:sp>
        <p:nvSpPr>
          <p:cNvPr id="6" name="Text Placeholder 5">
            <a:extLst>
              <a:ext uri="{FF2B5EF4-FFF2-40B4-BE49-F238E27FC236}">
                <a16:creationId xmlns:a16="http://schemas.microsoft.com/office/drawing/2014/main" id="{1F6C0366-6AE5-5536-00D0-6BFC7A77676E}"/>
              </a:ext>
            </a:extLst>
          </p:cNvPr>
          <p:cNvSpPr>
            <a:spLocks noGrp="1"/>
          </p:cNvSpPr>
          <p:nvPr>
            <p:ph type="body" sz="quarter" idx="11"/>
          </p:nvPr>
        </p:nvSpPr>
        <p:spPr/>
        <p:txBody>
          <a:bodyPr/>
          <a:lstStyle/>
          <a:p>
            <a:endParaRPr lang="en-US"/>
          </a:p>
        </p:txBody>
      </p:sp>
      <p:sp>
        <p:nvSpPr>
          <p:cNvPr id="3" name="TextBox 2">
            <a:extLst>
              <a:ext uri="{FF2B5EF4-FFF2-40B4-BE49-F238E27FC236}">
                <a16:creationId xmlns:a16="http://schemas.microsoft.com/office/drawing/2014/main" id="{8659F359-21AE-8FC5-121D-31D64F2A8969}"/>
              </a:ext>
            </a:extLst>
          </p:cNvPr>
          <p:cNvSpPr txBox="1"/>
          <p:nvPr/>
        </p:nvSpPr>
        <p:spPr>
          <a:xfrm>
            <a:off x="274320" y="914400"/>
            <a:ext cx="11612880" cy="5669280"/>
          </a:xfrm>
          <a:prstGeom prst="rect">
            <a:avLst/>
          </a:prstGeom>
          <a:noFill/>
        </p:spPr>
        <p:txBody>
          <a:bodyPr wrap="square">
            <a:spAutoFit/>
          </a:bodyPr>
          <a:lstStyle/>
          <a:p>
            <a:pPr>
              <a:defRPr sz="1100">
                <a:latin typeface="Consolas"/>
              </a:defRPr>
            </a:pPr>
            <a:r>
              <a:rPr dirty="0"/>
              <a:t>Data Collection:</a:t>
            </a:r>
            <a:br>
              <a:rPr dirty="0"/>
            </a:br>
            <a:br>
              <a:rPr dirty="0"/>
            </a:br>
            <a:r>
              <a:rPr dirty="0"/>
              <a:t>1. Unique Failing MSNs (Numerator):</a:t>
            </a:r>
            <a:br>
              <a:rPr dirty="0"/>
            </a:br>
            <a:r>
              <a:rPr dirty="0"/>
              <a:t>   </a:t>
            </a:r>
            <a:r>
              <a:rPr dirty="0" err="1"/>
              <a:t>mtsums</a:t>
            </a:r>
            <a:r>
              <a:rPr dirty="0"/>
              <a:t> -dbase=y6cp -step={step} -</a:t>
            </a:r>
            <a:r>
              <a:rPr dirty="0" err="1"/>
              <a:t>module_form_factor</a:t>
            </a:r>
            <a:r>
              <a:rPr dirty="0"/>
              <a:t>=socamm2 \</a:t>
            </a:r>
            <a:br>
              <a:rPr dirty="0"/>
            </a:br>
            <a:r>
              <a:rPr dirty="0"/>
              <a:t>       -</a:t>
            </a:r>
            <a:r>
              <a:rPr dirty="0" err="1"/>
              <a:t>module_speed</a:t>
            </a:r>
            <a:r>
              <a:rPr dirty="0"/>
              <a:t>=7500MTPS -</a:t>
            </a:r>
            <a:r>
              <a:rPr dirty="0" err="1"/>
              <a:t>mfg_workweek</a:t>
            </a:r>
            <a:r>
              <a:rPr dirty="0"/>
              <a:t>=202608,...,202617 +</a:t>
            </a:r>
            <a:r>
              <a:rPr dirty="0" err="1"/>
              <a:t>stdf</a:t>
            </a:r>
            <a:r>
              <a:rPr dirty="0"/>
              <a:t> +</a:t>
            </a:r>
            <a:r>
              <a:rPr dirty="0" err="1"/>
              <a:t>msnag</a:t>
            </a:r>
            <a:br>
              <a:rPr dirty="0"/>
            </a:br>
            <a:br>
              <a:rPr dirty="0"/>
            </a:br>
            <a:r>
              <a:rPr dirty="0"/>
              <a:t>2. Total FID UIN (Denominator):</a:t>
            </a:r>
            <a:br>
              <a:rPr dirty="0"/>
            </a:br>
            <a:r>
              <a:rPr dirty="0"/>
              <a:t>   </a:t>
            </a:r>
            <a:r>
              <a:rPr dirty="0" err="1"/>
              <a:t>mtsums</a:t>
            </a:r>
            <a:r>
              <a:rPr dirty="0"/>
              <a:t> -dbase=y6cp -step={step} -</a:t>
            </a:r>
            <a:r>
              <a:rPr dirty="0" err="1"/>
              <a:t>module_form_factor</a:t>
            </a:r>
            <a:r>
              <a:rPr dirty="0"/>
              <a:t>=socamm2 \</a:t>
            </a:r>
            <a:br>
              <a:rPr dirty="0"/>
            </a:br>
            <a:r>
              <a:rPr dirty="0"/>
              <a:t>       -</a:t>
            </a:r>
            <a:r>
              <a:rPr dirty="0" err="1"/>
              <a:t>module_speed</a:t>
            </a:r>
            <a:r>
              <a:rPr dirty="0"/>
              <a:t>=7500MTPS -</a:t>
            </a:r>
            <a:r>
              <a:rPr dirty="0" err="1"/>
              <a:t>mfg_workweek</a:t>
            </a:r>
            <a:r>
              <a:rPr dirty="0"/>
              <a:t>=202608,...,202617 +</a:t>
            </a:r>
            <a:r>
              <a:rPr dirty="0" err="1"/>
              <a:t>stdf</a:t>
            </a:r>
            <a:r>
              <a:rPr dirty="0"/>
              <a:t> +</a:t>
            </a:r>
            <a:r>
              <a:rPr dirty="0" err="1"/>
              <a:t>fidag</a:t>
            </a:r>
            <a:br>
              <a:rPr dirty="0"/>
            </a:br>
            <a:br>
              <a:rPr dirty="0"/>
            </a:br>
            <a:r>
              <a:rPr dirty="0"/>
              <a:t>3. FAILCRAWLER Breakdown:</a:t>
            </a:r>
            <a:br>
              <a:rPr dirty="0"/>
            </a:br>
            <a:r>
              <a:rPr dirty="0"/>
              <a:t>   </a:t>
            </a:r>
            <a:r>
              <a:rPr dirty="0" err="1"/>
              <a:t>mtsums</a:t>
            </a:r>
            <a:r>
              <a:rPr dirty="0"/>
              <a:t> ... +</a:t>
            </a:r>
            <a:r>
              <a:rPr dirty="0" err="1"/>
              <a:t>stdf</a:t>
            </a:r>
            <a:r>
              <a:rPr dirty="0"/>
              <a:t> +</a:t>
            </a:r>
            <a:r>
              <a:rPr dirty="0" err="1"/>
              <a:t>fm</a:t>
            </a:r>
            <a:r>
              <a:rPr dirty="0"/>
              <a:t> +fc</a:t>
            </a:r>
            <a:br>
              <a:rPr dirty="0"/>
            </a:br>
            <a:br>
              <a:rPr dirty="0"/>
            </a:br>
            <a:r>
              <a:rPr dirty="0"/>
              <a:t>4. MSN_STATUS × FAILCRAWLER Correlation:</a:t>
            </a:r>
            <a:br>
              <a:rPr dirty="0"/>
            </a:br>
            <a:r>
              <a:rPr dirty="0"/>
              <a:t>   </a:t>
            </a:r>
            <a:r>
              <a:rPr dirty="0" err="1"/>
              <a:t>mtsums</a:t>
            </a:r>
            <a:r>
              <a:rPr dirty="0"/>
              <a:t> ... +</a:t>
            </a:r>
            <a:r>
              <a:rPr dirty="0" err="1"/>
              <a:t>stdf</a:t>
            </a:r>
            <a:r>
              <a:rPr dirty="0"/>
              <a:t> +</a:t>
            </a:r>
            <a:r>
              <a:rPr dirty="0" err="1"/>
              <a:t>msnag</a:t>
            </a:r>
            <a:r>
              <a:rPr dirty="0"/>
              <a:t> -format=/</a:t>
            </a:r>
            <a:r>
              <a:rPr dirty="0" err="1"/>
              <a:t>msn_status,failcrawler</a:t>
            </a:r>
            <a:r>
              <a:rPr dirty="0"/>
              <a:t>/</a:t>
            </a:r>
            <a:br>
              <a:rPr dirty="0"/>
            </a:br>
            <a:br>
              <a:rPr dirty="0"/>
            </a:br>
            <a:r>
              <a:rPr dirty="0"/>
              <a:t>5. </a:t>
            </a:r>
            <a:r>
              <a:rPr dirty="0" err="1"/>
              <a:t>RPx</a:t>
            </a:r>
            <a:r>
              <a:rPr dirty="0"/>
              <a:t> Verification:</a:t>
            </a:r>
            <a:br>
              <a:rPr dirty="0"/>
            </a:br>
            <a:r>
              <a:rPr dirty="0"/>
              <a:t>   /home/nmewes/Y6CP_FA/socamm_false_miscompare.py --sums {</a:t>
            </a:r>
            <a:r>
              <a:rPr dirty="0" err="1"/>
              <a:t>slash_paths</a:t>
            </a:r>
            <a:r>
              <a:rPr dirty="0"/>
              <a:t>}</a:t>
            </a:r>
            <a:br>
              <a:rPr dirty="0"/>
            </a:br>
            <a:r>
              <a:rPr dirty="0"/>
              <a:t>   Result: 0% false fail rate verified</a:t>
            </a:r>
            <a:br>
              <a:rPr dirty="0"/>
            </a:br>
            <a:br>
              <a:rPr dirty="0"/>
            </a:br>
            <a:r>
              <a:rPr dirty="0"/>
              <a:t>Data Scope:</a:t>
            </a:r>
            <a:br>
              <a:rPr dirty="0"/>
            </a:br>
            <a:r>
              <a:rPr dirty="0"/>
              <a:t>• Product: SOCAMM2 7500MTPS</a:t>
            </a:r>
            <a:br>
              <a:rPr dirty="0"/>
            </a:br>
            <a:r>
              <a:rPr dirty="0"/>
              <a:t>• Period: WW202606-202615 (10 weeks cumulative)</a:t>
            </a:r>
            <a:br>
              <a:rPr dirty="0"/>
            </a:br>
            <a:r>
              <a:rPr dirty="0"/>
              <a:t>• Steps: HMB1, QMON</a:t>
            </a:r>
            <a:br>
              <a:rPr dirty="0"/>
            </a:br>
            <a:r>
              <a:rPr dirty="0"/>
              <a:t>• Database: y6cp</a:t>
            </a:r>
          </a:p>
        </p:txBody>
      </p:sp>
    </p:spTree>
    <p:extLst>
      <p:ext uri="{BB962C8B-B14F-4D97-AF65-F5344CB8AC3E}">
        <p14:creationId xmlns:p14="http://schemas.microsoft.com/office/powerpoint/2010/main" val="3217276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structions">
            <a:extLst>
              <a:ext uri="{FF2B5EF4-FFF2-40B4-BE49-F238E27FC236}">
                <a16:creationId xmlns:a16="http://schemas.microsoft.com/office/drawing/2014/main" id="{58953F9D-FCBC-BE89-8703-2655B015B9FB}"/>
              </a:ext>
            </a:extLst>
          </p:cNvPr>
          <p:cNvSpPr/>
          <p:nvPr/>
        </p:nvSpPr>
        <p:spPr>
          <a:xfrm>
            <a:off x="8780145" y="5485257"/>
            <a:ext cx="2926080" cy="886968"/>
          </a:xfrm>
          <a:prstGeom prst="rect">
            <a:avLst/>
          </a:prstGeom>
          <a:solidFill>
            <a:schemeClr val="accent5"/>
          </a:solidFill>
          <a:ln>
            <a:noFill/>
          </a:ln>
        </p:spPr>
        <p:style>
          <a:lnRef idx="0">
            <a:schemeClr val="accent1"/>
          </a:lnRef>
          <a:fillRef idx="1">
            <a:schemeClr val="accent1"/>
          </a:fillRef>
          <a:effectRef idx="0">
            <a:schemeClr val="dk1"/>
          </a:effectRef>
          <a:fontRef idx="minor">
            <a:schemeClr val="dk1"/>
          </a:fontRef>
        </p:style>
        <p:txBody>
          <a:bodyPr rtlCol="0" anchor="ctr"/>
          <a:lstStyle/>
          <a:p>
            <a:pPr algn="ctr">
              <a:spcBef>
                <a:spcPts val="300"/>
              </a:spcBef>
            </a:pPr>
            <a:r>
              <a:rPr lang="en-US" sz="700" b="1" dirty="0">
                <a:solidFill>
                  <a:srgbClr val="000000"/>
                </a:solidFill>
              </a:rPr>
              <a:t>READ &amp; DELETE BEFORE USING</a:t>
            </a:r>
          </a:p>
          <a:p>
            <a:pPr algn="ctr">
              <a:spcBef>
                <a:spcPts val="300"/>
              </a:spcBef>
            </a:pPr>
            <a:r>
              <a:rPr lang="en-US" sz="700" dirty="0">
                <a:solidFill>
                  <a:srgbClr val="000000"/>
                </a:solidFill>
              </a:rPr>
              <a:t>If needed, update the legal notice on the end slide using </a:t>
            </a:r>
            <a:br>
              <a:rPr lang="en-US" sz="700" dirty="0">
                <a:solidFill>
                  <a:srgbClr val="000000"/>
                </a:solidFill>
              </a:rPr>
            </a:br>
            <a:r>
              <a:rPr lang="en-US" sz="700" dirty="0">
                <a:solidFill>
                  <a:srgbClr val="000000"/>
                </a:solidFill>
              </a:rPr>
              <a:t>View &gt; Slide Master. When done, View &gt; Normal. </a:t>
            </a:r>
          </a:p>
          <a:p>
            <a:pPr algn="ctr">
              <a:spcBef>
                <a:spcPts val="300"/>
              </a:spcBef>
            </a:pPr>
            <a:r>
              <a:rPr lang="en-US" sz="700" dirty="0">
                <a:solidFill>
                  <a:srgbClr val="000000"/>
                </a:solidFill>
              </a:rPr>
              <a:t>Both the “End Slide” and “End Slide – Dark Mode” </a:t>
            </a:r>
            <a:br>
              <a:rPr lang="en-US" sz="700" dirty="0">
                <a:solidFill>
                  <a:srgbClr val="000000"/>
                </a:solidFill>
              </a:rPr>
            </a:br>
            <a:r>
              <a:rPr lang="en-US" sz="700" dirty="0">
                <a:solidFill>
                  <a:srgbClr val="000000"/>
                </a:solidFill>
              </a:rPr>
              <a:t>slide masters should be updated consistently.</a:t>
            </a:r>
          </a:p>
        </p:txBody>
      </p:sp>
    </p:spTree>
    <p:extLst>
      <p:ext uri="{BB962C8B-B14F-4D97-AF65-F5344CB8AC3E}">
        <p14:creationId xmlns:p14="http://schemas.microsoft.com/office/powerpoint/2010/main" val="2315974632"/>
      </p:ext>
    </p:extLst>
  </p:cSld>
  <p:clrMapOvr>
    <a:masterClrMapping/>
  </p:clrMapOvr>
</p:sld>
</file>

<file path=ppt/theme/theme1.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BE1E"/>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4F11"/>
    </a:custClr>
    <a:custClr name="Gold B">
      <a:srgbClr val="FFBE1E"/>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micron-default-ppt-template-092624" id="{1BCB7EA8-F6A9-C441-A9B5-04D144AFB97F}" vid="{15B1EB31-7326-8B47-B91E-CFDACE213152}"/>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BE1E"/>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4F11"/>
    </a:custClr>
    <a:custClr name="Gold B">
      <a:srgbClr val="FFBE1E"/>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BE1E"/>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4F11"/>
    </a:custClr>
    <a:custClr name="Gold B">
      <a:srgbClr val="FFBE1E"/>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2.xml><?xml version="1.0" encoding="utf-8"?>
<ds:datastoreItem xmlns:ds="http://schemas.openxmlformats.org/officeDocument/2006/customXml" ds:itemID="{4081FEAA-5441-4B75-BA45-E94CEF15AE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10B64C-2D98-49DF-A0BE-639DCBC582D6}">
  <ds:schemaRefs>
    <ds:schemaRef ds:uri="http://schemas.microsoft.com/office/2006/metadata/properties"/>
    <ds:schemaRef ds:uri="http://schemas.microsoft.com/office/infopath/2007/PartnerControls"/>
    <ds:schemaRef ds:uri="e6403f24-f9da-4341-8cd6-c038a3aaf81a"/>
    <ds:schemaRef ds:uri="a4f3cccb-51db-4acf-89db-afd6e6172695"/>
    <ds:schemaRef ds:uri="f6b577cd-6e64-4f00-a024-38a5e216943f"/>
    <ds:schemaRef ds:uri="373dee95-3004-4e58-b400-fc9a330598fa"/>
  </ds:schemaRefs>
</ds:datastoreItem>
</file>

<file path=docMetadata/LabelInfo.xml><?xml version="1.0" encoding="utf-8"?>
<clbl:labelList xmlns:clbl="http://schemas.microsoft.com/office/2020/mipLabelMetadata">
  <clbl:label id="{37874100-6000-43b6-a204-2d77792600b9}" enabled="1" method="Privileged" siteId="{f38a5ecd-2813-4862-b11b-ac1d563c806f}" removed="0"/>
</clbl:labelList>
</file>

<file path=docProps/app.xml><?xml version="1.0" encoding="utf-8"?>
<Properties xmlns="http://schemas.openxmlformats.org/officeDocument/2006/extended-properties" xmlns:vt="http://schemas.openxmlformats.org/officeDocument/2006/docPropsVTypes">
  <Template>micron-default-ppt-template-092624</Template>
  <TotalTime>57</TotalTime>
  <Words>1228</Words>
  <Application>Microsoft Office PowerPoint</Application>
  <PresentationFormat>Widescreen</PresentationFormat>
  <Paragraphs>68</Paragraphs>
  <Slides>11</Slides>
  <Notes>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Verdana</vt:lpstr>
      <vt:lpstr>Micron</vt:lpstr>
      <vt:lpstr>Y6CP FID DPM Recovery Analysis</vt:lpstr>
      <vt:lpstr>Executive Summary </vt:lpstr>
      <vt:lpstr>DPM to MFG View: Bridging the Communication Gap </vt:lpstr>
      <vt:lpstr>DPM Calculation Method </vt:lpstr>
      <vt:lpstr>Top FAILCRAWLER Categories by DPM </vt:lpstr>
      <vt:lpstr>Recovery Type Assignments  </vt:lpstr>
      <vt:lpstr>Recovery Summary by Step   </vt:lpstr>
      <vt:lpstr>PowerPoint Presentation</vt:lpstr>
      <vt:lpstr>PowerPoint Presentation</vt:lpstr>
      <vt:lpstr>Appendix: Data Sources &amp; Commands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Erin Savoca [ CONT-Type2-514 INTERACTIVE INC ]</dc:creator>
  <cp:keywords/>
  <dc:description/>
  <cp:lastModifiedBy>Abbiramavali A/p Segaran</cp:lastModifiedBy>
  <cp:revision>2</cp:revision>
  <dcterms:created xsi:type="dcterms:W3CDTF">2024-10-08T21:45:40Z</dcterms:created>
  <dcterms:modified xsi:type="dcterms:W3CDTF">2026-04-24T04:13:59Z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874100-6000-43b6-a204-2d77792600b9_Enabled">
    <vt:lpwstr>true</vt:lpwstr>
  </property>
  <property fmtid="{D5CDD505-2E9C-101B-9397-08002B2CF9AE}" pid="3" name="MSIP_Label_37874100-6000-43b6-a204-2d77792600b9_SetDate">
    <vt:lpwstr>2023-03-07T21:18:32Z</vt:lpwstr>
  </property>
  <property fmtid="{D5CDD505-2E9C-101B-9397-08002B2CF9AE}" pid="4" name="MSIP_Label_37874100-6000-43b6-a204-2d77792600b9_Method">
    <vt:lpwstr>Privileged</vt:lpwstr>
  </property>
  <property fmtid="{D5CDD505-2E9C-101B-9397-08002B2CF9AE}" pid="5" name="MSIP_Label_37874100-6000-43b6-a204-2d77792600b9_Name">
    <vt:lpwstr>Confidential</vt:lpwstr>
  </property>
  <property fmtid="{D5CDD505-2E9C-101B-9397-08002B2CF9AE}" pid="6" name="MSIP_Label_37874100-6000-43b6-a204-2d77792600b9_SiteId">
    <vt:lpwstr>f38a5ecd-2813-4862-b11b-ac1d563c806f</vt:lpwstr>
  </property>
  <property fmtid="{D5CDD505-2E9C-101B-9397-08002B2CF9AE}" pid="7" name="MSIP_Label_37874100-6000-43b6-a204-2d77792600b9_ActionId">
    <vt:lpwstr>c55e40c3-190f-46c8-9415-ba41091f940c</vt:lpwstr>
  </property>
  <property fmtid="{D5CDD505-2E9C-101B-9397-08002B2CF9AE}" pid="8" name="MSIP_Label_37874100-6000-43b6-a204-2d77792600b9_ContentBits">
    <vt:lpwstr>3</vt:lpwstr>
  </property>
  <property fmtid="{D5CDD505-2E9C-101B-9397-08002B2CF9AE}" pid="9" name="ClassificationContentMarkingFooterLocations">
    <vt:lpwstr>Micron:8</vt:lpwstr>
  </property>
  <property fmtid="{D5CDD505-2E9C-101B-9397-08002B2CF9AE}" pid="10" name="ClassificationContentMarkingFooterText">
    <vt:lpwstr>Micron Confidential</vt:lpwstr>
  </property>
  <property fmtid="{D5CDD505-2E9C-101B-9397-08002B2CF9AE}" pid="11" name="ClassificationContentMarkingHeaderLocations">
    <vt:lpwstr>Micron:7</vt:lpwstr>
  </property>
  <property fmtid="{D5CDD505-2E9C-101B-9397-08002B2CF9AE}" pid="12" name="ClassificationContentMarkingHeaderText">
    <vt:lpwstr>Micron Confidential</vt:lpwstr>
  </property>
  <property fmtid="{D5CDD505-2E9C-101B-9397-08002B2CF9AE}" pid="13" name="ContentTypeId">
    <vt:lpwstr>0x010100BE1454C6C4DF484BB7E354F0133B2527</vt:lpwstr>
  </property>
  <property fmtid="{D5CDD505-2E9C-101B-9397-08002B2CF9AE}" pid="14" name="MediaServiceImageTags">
    <vt:lpwstr/>
  </property>
</Properties>
</file>