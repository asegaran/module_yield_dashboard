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Y6CP cDPM Recovery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10-Week Cumulative Analysis | WW2608-17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2296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210312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HMB1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QMON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Combined SLT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Volume (MUIN)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30,528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24,940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55,468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Total cDPM (Kevin)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266.08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192.11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458.19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Recovered DPM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149.95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125.88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275.83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Customer-Facing DPM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116.13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66.23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182.37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Key Findings:</a:t>
            </a:r>
          </a:p>
          <a:p>
            <a:pPr>
              <a:defRPr sz="1100"/>
            </a:pPr>
            <a:r>
              <a:t>• 10-week cumulative volume: 55,468 modules (WW2608-17)</a:t>
            </a:r>
          </a:p>
          <a:p>
            <a:pPr>
              <a:defRPr sz="1100"/>
            </a:pPr>
            <a:r>
              <a:t>• Combined SLT yield: 98.54%</a:t>
            </a:r>
          </a:p>
          <a:p>
            <a:pPr>
              <a:defRPr sz="1100"/>
            </a:pPr>
            <a:r>
              <a:t>• Kevin's cDPM: (Unique failing MSNs / Total FIDs) × 1M</a:t>
            </a:r>
          </a:p>
          <a:p>
            <a:pPr>
              <a:defRPr sz="1100"/>
            </a:pPr>
            <a:r>
              <a:t>• RPx rates (Verified): HMB1=0.0%, QMON=0.0%</a:t>
            </a:r>
          </a:p>
          <a:p>
            <a:pPr>
              <a:defRPr sz="1100"/>
            </a:pPr>
            <a:r>
              <a:t>• Top DPM: MULTI_BANK_MULTI_DQ (BIOS 100% recoverable)</a:t>
            </a:r>
          </a:p>
          <a:p>
            <a:pPr>
              <a:defRPr sz="1100"/>
            </a:pPr>
            <a:r>
              <a:t>• Customer-facing DPM after recovery: 182.37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MSN_STATUS × FAILCRAWLER Correlation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822960"/>
          <a:ext cx="4206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548640"/>
                <a:gridCol w="822960"/>
                <a:gridCol w="731520"/>
              </a:tblGrid>
              <a:tr h="23275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MSN_STATUS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FAILCRAWLER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DPM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Mod-Sys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MULTI_BANK_MULTI..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90.4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BIOS 100%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Mod-Sys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HGDC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39.5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RPx✓</a:t>
                      </a:r>
                    </a:p>
                  </a:txBody>
                  <a:tcPr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Mod-Sys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SINGLE_BURST_SIN..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31.6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BIOS 50%</a:t>
                      </a:r>
                    </a:p>
                  </a:txBody>
                  <a:tcPr>
                    <a:solidFill>
                      <a:srgbClr val="FFFF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Hang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15.7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HW+SOP</a:t>
                      </a:r>
                    </a:p>
                  </a:txBody>
                  <a:tcPr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SINGLE_BURST_SIN..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14.1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RPx✓</a:t>
                      </a:r>
                    </a:p>
                  </a:txBody>
                  <a:tcPr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DQ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SYS_EVEN_BURST_BIT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BIOS 50%</a:t>
                      </a:r>
                    </a:p>
                  </a:txBody>
                  <a:tcPr>
                    <a:solidFill>
                      <a:srgbClr val="FFFF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Mod-Sys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MULTI_HALFBANK_M..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BIOS 50%</a:t>
                      </a:r>
                    </a:p>
                  </a:txBody>
                  <a:tcPr>
                    <a:solidFill>
                      <a:srgbClr val="FFFF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Mod-Sys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RPx✓</a:t>
                      </a:r>
                    </a:p>
                  </a:txBody>
                  <a:tcPr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SB_Int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No Recovery</a:t>
                      </a:r>
                    </a:p>
                  </a:txBody>
                  <a:tcPr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32760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Multi-DQ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MULTI_BANK_MULTI..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BIOS 100%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" y="594360"/>
            <a:ext cx="4206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■ HMB1 (DPM: 266.08, RPx✓=0.0%)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63440" y="822960"/>
          <a:ext cx="4206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548640"/>
                <a:gridCol w="822960"/>
                <a:gridCol w="731520"/>
              </a:tblGrid>
              <a:tr h="23275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MSN_STATUS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FAILCRAWLER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DPM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Mod-Sys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MULTI_BANK_MULTI..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96.8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BIOS 100%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SINGLE_BURST_SIN..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14.1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RPx✓</a:t>
                      </a:r>
                    </a:p>
                  </a:txBody>
                  <a:tcPr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Mod-Sys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SINGLE_BURST_SIN..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10.9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BIOS 50%</a:t>
                      </a:r>
                    </a:p>
                  </a:txBody>
                  <a:tcPr>
                    <a:solidFill>
                      <a:srgbClr val="FFFF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Mod-Sys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HGDC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RPx✓</a:t>
                      </a:r>
                    </a:p>
                  </a:txBody>
                  <a:tcPr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Multi-DQ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MULTI_BANK_MULTI..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BIOS 100%</a:t>
                      </a:r>
                    </a:p>
                  </a:txBody>
                  <a:tcPr>
                    <a:solidFill>
                      <a:srgbClr val="90E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Mod-Sys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RPx✓</a:t>
                      </a:r>
                    </a:p>
                  </a:txBody>
                  <a:tcPr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Mod-Sys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MULTI_HALFBANK_M..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BIOS 50%</a:t>
                      </a:r>
                    </a:p>
                  </a:txBody>
                  <a:tcPr>
                    <a:solidFill>
                      <a:srgbClr val="FFFF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SB_Int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No Recovery</a:t>
                      </a:r>
                    </a:p>
                  </a:txBody>
                  <a:tcPr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232756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DQ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SYS_EVEN_BURST_BIT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BIOS 50%</a:t>
                      </a:r>
                    </a:p>
                  </a:txBody>
                  <a:tcPr>
                    <a:solidFill>
                      <a:srgbClr val="FFFF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232760"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DQ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MULTI_HALFBANK_S..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BIOS 50%</a:t>
                      </a:r>
                    </a:p>
                  </a:txBody>
                  <a:tcPr>
                    <a:solidFill>
                      <a:srgbClr val="FFFF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  <a:r>
                        <a:t>50%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63440" y="594360"/>
            <a:ext cx="4206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■ QMON (DPM: 192.11, RPx✓=0.0%)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657600"/>
            <a:ext cx="8778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Recovery Legend: BIOS 100%=MULTI_BANK_MULTI_DQ | BIOS 50%=BANK/BURST/PERIPH | HW+SOP=Hang | RPx✓=Verified false fails | No Recovery=SB/DB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4572000"/>
            <a:ext cx="8778240" cy="64008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RPx Verified: HMB1=44,515 screened, 0 false fails | QMON=84,340 screened, 1 false fails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Recovery Summary by Type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1097280"/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Recovery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DPM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Recovered DPM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BIOS 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96.66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96.66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BIOS 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72.14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36.07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RPx✓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69.96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0.0%✓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HW+SOP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17.22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17.22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10.11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26125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266.08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149.95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8580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■ HMB1 → Customer-Facing: 116.13 DPM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0" y="9144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1097280"/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Recovery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DPM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Recovered DPM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BIOS 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103.21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103.21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BIOS 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44.05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22.02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RPx✓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33.52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0.0%✓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10.67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HW+SOP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/>
                      </a:pPr>
                      <a:r>
                        <a:t>0.64</a:t>
                      </a:r>
                    </a:p>
                  </a:txBody>
                  <a:tcPr/>
                </a:tc>
              </a:tr>
              <a:tr h="26125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192.11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125.88</a:t>
                      </a:r>
                    </a:p>
                  </a:txBody>
                  <a:tcPr>
                    <a:solidFill>
                      <a:srgbClr val="DCDCD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0" y="685800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■ QMON → Customer-Facing: 66.23 DPM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8595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Kevin's DPM &amp; RPx Verification:</a:t>
            </a:r>
          </a:p>
          <a:p>
            <a:pPr>
              <a:defRPr sz="1000"/>
            </a:pPr>
            <a:r>
              <a:t>• cDPM = (Unique Failing MSNs / Total FIDs) × 1,000,000</a:t>
            </a:r>
          </a:p>
          <a:p>
            <a:pPr>
              <a:defRPr sz="1000"/>
            </a:pPr>
            <a:r>
              <a:t>• RPx Verification: Used socamm_false_miscompare.py on 128,855 total failures</a:t>
            </a:r>
          </a:p>
          <a:p>
            <a:pPr>
              <a:defRPr sz="1000"/>
            </a:pPr>
            <a:r>
              <a:t>• HMB1: 0/44,515 verified false fails = 0.00%</a:t>
            </a:r>
          </a:p>
          <a:p>
            <a:pPr>
              <a:defRPr sz="1000"/>
            </a:pPr>
            <a:r>
              <a:t>• QMON: 1/84,340 verified false fails = 0.00%</a:t>
            </a:r>
          </a:p>
          <a:p>
            <a:pPr>
              <a:defRPr sz="1000"/>
            </a:pPr>
            <a:r>
              <a:t>• Customer-Facing = Total DPM - (BIOS + HW+SOP + Verified RPx)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cDPM Methodology (Kevin Roos)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200" b="1"/>
            </a:pPr>
            <a:r>
              <a:t>Kevin Roos DPM Formula:</a:t>
            </a:r>
          </a:p>
          <a:p>
            <a:pPr>
              <a:defRPr sz="1000"/>
            </a:pPr>
            <a:r>
              <a:t>  cDPM = (Unique Failing MSNs / Total FIDs) × 1,000,000</a:t>
            </a:r>
          </a:p>
          <a:p>
            <a:pPr>
              <a:defRPr sz="1000"/>
            </a:pPr>
            <a:r>
              <a:t>  • Numerator: Count each failing MODULE once</a:t>
            </a:r>
          </a:p>
          <a:p>
            <a:pPr>
              <a:defRPr sz="1000"/>
            </a:pPr>
            <a:r>
              <a:t>  • Denominator: Total FID count across all tested modules</a:t>
            </a:r>
          </a:p>
          <a:p>
            <a:pPr>
              <a:spcBef>
                <a:spcPts val="1000"/>
              </a:spcBef>
              <a:defRPr sz="1200" b="1"/>
            </a:pPr>
            <a:r>
              <a:t>Recovery Types:</a:t>
            </a:r>
          </a:p>
          <a:p>
            <a:pPr>
              <a:defRPr sz="1000"/>
            </a:pPr>
            <a:r>
              <a:t>  1. BIOS 100%: MULTI_BANK_MULTI_DQ → Full BIOS recovery</a:t>
            </a:r>
          </a:p>
          <a:p>
            <a:pPr>
              <a:defRPr sz="1000"/>
            </a:pPr>
            <a:r>
              <a:t>  2. BIOS 50%: BANK/BURST/PERIPH patterns → Partial BIOS</a:t>
            </a:r>
          </a:p>
          <a:p>
            <a:pPr>
              <a:defRPr sz="1000"/>
            </a:pPr>
            <a:r>
              <a:t>  3. HW+SOP: Hang MSN_STATUS → 100% hardware fix</a:t>
            </a:r>
          </a:p>
          <a:p>
            <a:pPr>
              <a:defRPr sz="1000"/>
            </a:pPr>
            <a:r>
              <a:t>  4. RPx✓: VERIFIED false fail rate from socamm_false_miscompare.py</a:t>
            </a:r>
          </a:p>
          <a:p>
            <a:pPr>
              <a:defRPr sz="1000"/>
            </a:pPr>
            <a:r>
              <a:t>  5. No Recovery: SB/DB FAILCRAWLERs → DRAM defects</a:t>
            </a:r>
          </a:p>
          <a:p>
            <a:pPr>
              <a:spcBef>
                <a:spcPts val="1000"/>
              </a:spcBef>
              <a:defRPr sz="1200" b="1"/>
            </a:pPr>
            <a:r>
              <a:t>RPx Verification Process:</a:t>
            </a:r>
          </a:p>
          <a:p>
            <a:pPr>
              <a:defRPr sz="1000"/>
            </a:pPr>
            <a:r>
              <a:t>  • Run socamm_false_miscompare.py --sums &lt;SLASH_paths&gt;</a:t>
            </a:r>
          </a:p>
          <a:p>
            <a:pPr>
              <a:defRPr sz="1000"/>
            </a:pPr>
            <a:r>
              <a:t>  • Excludes Hang &amp; Boot (no fail addresses to screen)</a:t>
            </a:r>
          </a:p>
          <a:p>
            <a:pPr>
              <a:defRPr sz="1000"/>
            </a:pPr>
            <a:r>
              <a:t>  • Returns actual verified false fail count</a:t>
            </a:r>
          </a:p>
          <a:p>
            <a:pPr>
              <a:defRPr sz="1000"/>
            </a:pPr>
            <a:r>
              <a:t>  • Rate = False Fails / Total Screened</a:t>
            </a:r>
          </a:p>
          <a:p>
            <a:pPr>
              <a:spcBef>
                <a:spcPts val="1000"/>
              </a:spcBef>
              <a:defRPr sz="1200" b="1"/>
            </a:pPr>
            <a:r>
              <a:t>ROW MSN_STATUS Rule:</a:t>
            </a:r>
          </a:p>
          <a:p>
            <a:pPr>
              <a:defRPr sz="1000"/>
            </a:pPr>
            <a:r>
              <a:t>  ROW failures do NOT get BIOS recovery</a:t>
            </a:r>
          </a:p>
          <a:p>
            <a:pPr>
              <a:defRPr sz="1000"/>
            </a:pPr>
            <a:r>
              <a:t>  Even SINGLE_BURST_SINGLE_ROW → only RPx applies</a:t>
            </a:r>
          </a:p>
          <a:p>
            <a:pPr>
              <a:defRPr sz="1000"/>
            </a:pPr>
            <a:r>
              <a:t>  Rationale: Row-level = potential DRAM issue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