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SLT cDPM Recovery Analysis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Y6CP SOCAMM2 7500MTPS | WW202606-202615</a:t>
            </a:r>
          </a:p>
          <a:p>
            <a:pPr algn="ctr">
              <a:defRPr sz="1800">
                <a:solidFill>
                  <a:srgbClr val="969696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SLT cDPM Recovery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94560" cy="109728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478.0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SLT DPM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188720"/>
            <a:ext cx="2194560" cy="10972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3716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322.1 (67.4%)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28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BIOS Recovery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188720"/>
            <a:ext cx="2194560" cy="1097280"/>
          </a:xfrm>
          <a:prstGeom prst="round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3716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19.3 (4.0%)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828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HW+SOP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188720"/>
            <a:ext cx="2194560" cy="10972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3716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341.4 (71.4%)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828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Recoverable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188720"/>
            <a:ext cx="2194560" cy="10972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3716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136.6 (28.6%)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828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Customer-Facing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256032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DPM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Percent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322.1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67.4%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HW+SOP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Recoverable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341.4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71.4%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Remaining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136.6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486400" y="2560320"/>
            <a:ext cx="621792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743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cDPM Recovery Waterfall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0040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000">
                <a:latin typeface="Courier New"/>
              </a:defRPr>
            </a:pPr>
            <a:r>
              <a:t>  478.0 ━━━━━━━━━━━━━━━━━━━━━━━━━━━━━━━┓ Total</a:t>
            </a:r>
            <a:br/>
            <a:r>
              <a:t>         ┃                              ┃</a:t>
            </a:r>
            <a:br/>
            <a:r>
              <a:t>         ┃  ▓▓▓▓▓▓▓▓▓▓▓▓▓▓▓▓ BIOS       ┃</a:t>
            </a:r>
            <a:br/>
            <a:r>
              <a:t>         ┃  322.1 (67.4%)               ┃</a:t>
            </a:r>
            <a:br/>
            <a:r>
              <a:t>         ┃                              ┃</a:t>
            </a:r>
            <a:br/>
            <a:r>
              <a:t>         ┃     ▓▓ HW+SOP                ┃</a:t>
            </a:r>
            <a:br/>
            <a:r>
              <a:t>         ┃     19.3 (4.0%)              ┃</a:t>
            </a:r>
            <a:br/>
            <a:r>
              <a:t>         ┃                              ┃</a:t>
            </a:r>
            <a:br/>
            <a:r>
              <a:t>  136.6 ━┛━━━━━━━━━━━━━━━━━━━━━━━━━━━━━━┛ Customer-Facing</a:t>
            </a:r>
            <a:br/>
            <a:r>
              <a:t>         </a:t>
            </a:r>
            <a:br/>
            <a:r>
              <a:t>  ▓ BIOS (Combined 100%+50%)  ▓ HW+SOP  □ Remaining</a:t>
            </a:r>
            <a:br/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</a:defRPr>
            </a:pPr>
            <a:r>
              <a:t>Note: BIOS = MULTI_BANK_MULTI_DQ (100%) + Bank/Burst/Periph patterns (50% partial)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Recovery by Test Step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Total DPM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BIOS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HW+SOP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Recoverable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Remaining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HMB1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287.1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191.8 (66.8%)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11.5 (4.0%)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203.3 (70.8%)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83.8 (29.2%)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190.9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130.3 (68.3%)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7.8 (4.1%)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138.1 (72.3%)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52.8 (27.7%)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SLT Total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/>
                      </a:pPr>
                      <a:r>
                        <a:t>478.0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/>
                      </a:pPr>
                      <a:r>
                        <a:t>322.1 (67.4%)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/>
                      </a:pPr>
                      <a:r>
                        <a:t>19.3 (4.0%)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/>
                      </a:pPr>
                      <a:r>
                        <a:t>341.4 (71.4%)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/>
                      </a:pPr>
                      <a:r>
                        <a:t>136.6 (28.6%)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Takeaways:</a:t>
            </a:r>
          </a:p>
          <a:p>
            <a:pPr>
              <a:defRPr sz="1400"/>
            </a:pPr>
            <a:r>
              <a:t>• BIOS fixes (combined) account for 67.4% of total SLT DPM</a:t>
            </a:r>
          </a:p>
          <a:p>
            <a:pPr>
              <a:defRPr sz="1400"/>
            </a:pPr>
            <a:r>
              <a:t>• 71.4% of failures are recoverable through BIOS + HW+SOP improvements</a:t>
            </a:r>
          </a:p>
          <a:p>
            <a:pPr>
              <a:defRPr sz="1400"/>
            </a:pPr>
            <a:r>
              <a:t>• Customer-facing DPM reduces from 478.0 to 136.6 after recovery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