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Module Yield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Weekly Yield Tracking for SOCAMM/SOCAMM2 Modules</a:t>
            </a:r>
            <a:br/>
            <a:r>
              <a:t>HMFN | HMB1 | QMON Test Steps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Dashboard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Real-time yield monitoring for SOCAMM and SOCAMM2 modules</a:t>
            </a:r>
          </a:p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Data sourced from frpt and mtsums commands</a:t>
            </a:r>
          </a:p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Five main analysis tabs: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    ◦ Yield Analysis - Weekly trends, bin distribution, heatmaps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    ◦ Module ELC Yield - HMFN, SLT, ELC with target lines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    ◦ Pareto Analysis - Register fallout and FAILCRAWLER DPM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    ◦ Fail Viewer - FID-level fail analysis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    ◦ Machine Trend Analysis - SMT6 tester and GRACE monitoring</a:t>
            </a:r>
          </a:p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Accessible via: http://bolpedh03.micron.com:8502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Global Filters (Sidebar)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Design ID (DID) - Y6CP, Y62P, Y63N, Y42M, etc.</a:t>
            </a:r>
          </a:p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Module Form Factor - SOCAMM, SOCAMM2</a:t>
            </a:r>
          </a:p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Module Density - 48GB, 96GB, 128GB, 192GB, 256GB</a:t>
            </a:r>
          </a:p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Module Speed - 7500MTPS, 8000MTPS, 9600MTPS</a:t>
            </a:r>
          </a:p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Test Facility - PENANG, BOISE, or All</a:t>
            </a:r>
          </a:p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Work Week Range - Start and end work week selection</a:t>
            </a:r>
          </a:p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Cache Control - Enable/disable query caching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Tab 1: Yield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8D4"/>
                </a:solidFill>
              </a:defRPr>
            </a:pPr>
            <a:r>
              <a:t>Weekly Yield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Line chart with yield % over work weeks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Paired volume bars (UIN) for context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Series selector for DID/Step combinations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Adjustable Y-axis minimum (0-99%)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Fiscal month labels on X-axis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Target lines (HMFN: 99%, SLT: 97%, ELC: 96%)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8D4"/>
                </a:solidFill>
              </a:defRPr>
            </a:pPr>
            <a:r>
              <a:t>Additional Charts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095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Bin Distribution - Stacked bar by work week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Density Heatmap - Yield by density x week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Speed Heatmap - Yield by speed x week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WW Summary Cards - DID breakdown with sparklines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Animated gauge charts (toggle view)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Tab 2: Module ELC Yield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8D4"/>
                </a:solidFill>
              </a:defRPr>
            </a:pPr>
            <a:r>
              <a:t>Yield Flow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HMFN -&gt; SLT -&gt; ELC yield progression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SLT = HMB1 x QMON (calculated)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ELC = HMFN x SLT (calculated vs actual)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4-week rolled yields for trend analysis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Delta indicators (calculated vs actual)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8D4"/>
                </a:solidFill>
              </a:defRPr>
            </a:pPr>
            <a:r>
              <a:t>Target 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095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HMFN Target: 99% (blue dotted)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SLT Target: 96.5% -&gt; 97% (stepped, red)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ELC Target: Schedule-based (green)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Long-term SLT Target: 99.5%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Color-coded status (green/yellow/red)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Tab 3: Pareto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8D4"/>
                </a:solidFill>
              </a:defRPr>
            </a:pPr>
            <a:r>
              <a:t>Register Fallout (Sub-tab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Top 5 failed registers by test step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Breakdown by DID, form factor, speed, density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Work week trend analysis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Fallout percentage 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8D4"/>
                </a:solidFill>
              </a:defRPr>
            </a:pPr>
            <a:r>
              <a:t>FAILCRAWLER DPM (Sub-tab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095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Live mtsums data fetch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FAILCRAWLER category breakdown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MSN_STATUS correlation heatmap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Ranked table with MDPM and cDPM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Latest WW vs Cumulative toggle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MDPM and cDPM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MDPM (Module Defects Per Million)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    ◦ Formula: (Unique Modules / Total MUIN) x 1M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    ◦ Example: 4 modules / 5,683 total = 703.85 MDPM</a:t>
            </a:r>
          </a:p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cDPM (Component Defects Per Million)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    ◦ Formula: (Unique FIDs / Total Component UIN) x 1M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    ◦ Example: 256 FIDs / 342,201 total = 748.10 cDPM</a:t>
            </a:r>
          </a:p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Both use TOTAL population as denominator</a:t>
            </a:r>
          </a:p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MSN_STATUS Ranked Table columns: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    ◦ Rank, MSN_STATUS, Modules, MDPM, FIDs, cDPM, Contrib %, Cumul 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Tab 4: Fail Viewer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FID-level failure analysis and visualization</a:t>
            </a:r>
          </a:p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Decoder support by Design ID: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    ◦ Y62P - Full decoder support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    ◦ Y6CP - Full decoder support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    ◦ Y63N - Uses Y6CP baseline decoder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    ◦ Y42M - Simplified decoder</a:t>
            </a:r>
          </a:p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Interactive failure pattern exploration</a:t>
            </a:r>
          </a:p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MSN (Module Serial Number) lookup</a:t>
            </a:r>
          </a:p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Component-level fail details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Tab 5: Machine Trend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8D4"/>
                </a:solidFill>
              </a:defRPr>
            </a:pPr>
            <a:r>
              <a:t>SMT6 Tester Yield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Socket &amp; Site yield analysis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Site encoding: S#C#P## format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Physical socket (P##) monitoring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Trend classification by machine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Click machine -&gt; Socket health grid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Channel detail view for diagnostics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8D4"/>
                </a:solidFill>
              </a:defRPr>
            </a:pPr>
            <a:r>
              <a:t>GRACE Motherboard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095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NVGRACE machine health (HMB1/QMON)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Hang cDPM by machine chart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Week-over-week comparison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Status: New Issue / Fixed / Recurring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Drill-down for 100% fail cases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Row highlighting for alerts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 Sources &amp;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8D4"/>
                </a:solidFill>
              </a:defRPr>
            </a:pPr>
            <a:r>
              <a:t>frpt Command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Yield data with -myquick grouping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Parameters: step, form_factor, dbase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Workweek range filtering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Facility selection (Penang/Boise)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Returns: UIN, UPASS, YIELD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8D4"/>
                </a:solidFill>
              </a:defRPr>
            </a:pPr>
            <a:r>
              <a:t>mtsums Command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095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FAILCRAWLER data with +fc flag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MSN_STATUS correlation with +msnag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FID-level data with +fid flag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Component UIN with +fidag flag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Fail Mode cDPM with +fm flag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Backend: Python 3.11 + Streamlit</a:t>
            </a:r>
          </a:p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Visualization: Plotly (interactive charts)</a:t>
            </a:r>
          </a:p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Data Processing: Pandas DataFrames</a:t>
            </a:r>
          </a:p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Deployment: systemd user service (auto-restart)</a:t>
            </a:r>
          </a:p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Port: 8502 (HTTP)</a:t>
            </a:r>
          </a:p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Session State: Caching for performance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Features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Real-time yield monitoring across multiple test steps</a:t>
            </a:r>
          </a:p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Interactive filters for DID, density, speed, facility</a:t>
            </a:r>
          </a:p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Target line visualization with stepped schedules</a:t>
            </a:r>
          </a:p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MDPM and cDPM metrics with total population denominator</a:t>
            </a:r>
          </a:p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MSN_STATUS correlation analysis</a:t>
            </a:r>
          </a:p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Machine-level yield monitoring (SMT6, GRACE)</a:t>
            </a:r>
          </a:p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Week-over-week trend comparisons</a:t>
            </a:r>
          </a:p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Automated service with auto-restart capability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Dashboard URL: http://bolpedh03.micron.com:8502</a:t>
            </a:r>
            <a:br/>
            <a:br/>
            <a:r>
              <a:t>Module Yield Dashboard v1.0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